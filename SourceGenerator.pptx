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  <p:sldMasterId id="2147483691" r:id="rId3"/>
  </p:sldMasterIdLst>
  <p:notesMasterIdLst>
    <p:notesMasterId r:id="rId27"/>
  </p:notesMasterIdLst>
  <p:handoutMasterIdLst>
    <p:handoutMasterId r:id="rId28"/>
  </p:handoutMasterIdLst>
  <p:sldIdLst>
    <p:sldId id="258" r:id="rId4"/>
    <p:sldId id="337" r:id="rId5"/>
    <p:sldId id="339" r:id="rId6"/>
    <p:sldId id="338" r:id="rId7"/>
    <p:sldId id="344" r:id="rId8"/>
    <p:sldId id="346" r:id="rId9"/>
    <p:sldId id="331" r:id="rId10"/>
    <p:sldId id="332" r:id="rId11"/>
    <p:sldId id="335" r:id="rId12"/>
    <p:sldId id="347" r:id="rId13"/>
    <p:sldId id="349" r:id="rId14"/>
    <p:sldId id="340" r:id="rId15"/>
    <p:sldId id="342" r:id="rId16"/>
    <p:sldId id="341" r:id="rId17"/>
    <p:sldId id="304" r:id="rId18"/>
    <p:sldId id="291" r:id="rId19"/>
    <p:sldId id="303" r:id="rId20"/>
    <p:sldId id="343" r:id="rId21"/>
    <p:sldId id="333" r:id="rId22"/>
    <p:sldId id="345" r:id="rId23"/>
    <p:sldId id="348" r:id="rId24"/>
    <p:sldId id="320" r:id="rId25"/>
    <p:sldId id="321" r:id="rId26"/>
  </p:sldIdLst>
  <p:sldSz cx="9144000" cy="5143500" type="screen16x9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72" charset="0"/>
        <a:ea typeface="ＭＳ Ｐゴシック" pitchFamily="-72" charset="-128"/>
        <a:cs typeface="ＭＳ Ｐゴシック" pitchFamily="-72" charset="-128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72" charset="0"/>
        <a:ea typeface="ＭＳ Ｐゴシック" pitchFamily="-72" charset="-128"/>
        <a:cs typeface="ＭＳ Ｐゴシック" pitchFamily="-72" charset="-128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72" charset="0"/>
        <a:ea typeface="ＭＳ Ｐゴシック" pitchFamily="-72" charset="-128"/>
        <a:cs typeface="ＭＳ Ｐゴシック" pitchFamily="-72" charset="-128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72" charset="0"/>
        <a:ea typeface="ＭＳ Ｐゴシック" pitchFamily="-72" charset="-128"/>
        <a:cs typeface="ＭＳ Ｐゴシック" pitchFamily="-72" charset="-128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72" charset="0"/>
        <a:ea typeface="ＭＳ Ｐゴシック" pitchFamily="-72" charset="-128"/>
        <a:cs typeface="ＭＳ Ｐゴシック" pitchFamily="-72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itchFamily="-72" charset="0"/>
        <a:ea typeface="ＭＳ Ｐゴシック" pitchFamily="-72" charset="-128"/>
        <a:cs typeface="ＭＳ Ｐゴシック" pitchFamily="-72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itchFamily="-72" charset="0"/>
        <a:ea typeface="ＭＳ Ｐゴシック" pitchFamily="-72" charset="-128"/>
        <a:cs typeface="ＭＳ Ｐゴシック" pitchFamily="-72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itchFamily="-72" charset="0"/>
        <a:ea typeface="ＭＳ Ｐゴシック" pitchFamily="-72" charset="-128"/>
        <a:cs typeface="ＭＳ Ｐゴシック" pitchFamily="-72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itchFamily="-72" charset="0"/>
        <a:ea typeface="ＭＳ Ｐゴシック" pitchFamily="-72" charset="-128"/>
        <a:cs typeface="ＭＳ Ｐゴシック" pitchFamily="-72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5B26"/>
    <a:srgbClr val="0073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34587" autoAdjust="0"/>
    <p:restoredTop sz="94628" autoAdjust="0"/>
  </p:normalViewPr>
  <p:slideViewPr>
    <p:cSldViewPr>
      <p:cViewPr varScale="1">
        <p:scale>
          <a:sx n="72" d="100"/>
          <a:sy n="72" d="100"/>
        </p:scale>
        <p:origin x="43" y="5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2155" y="8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1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5">
  <dgm:title val=""/>
  <dgm:desc val=""/>
  <dgm:catLst>
    <dgm:cat type="accent5" pri="11500"/>
  </dgm:catLst>
  <dgm:styleLbl name="node0">
    <dgm:fillClrLst meth="cycle">
      <a:schemeClr val="accent5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alpha val="90000"/>
      </a:schemeClr>
      <a:schemeClr val="accent5">
        <a:alpha val="5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/>
    <dgm:txEffectClrLst/>
  </dgm:styleLbl>
  <dgm:styleLbl name="lnNode1">
    <dgm:fillClrLst>
      <a:schemeClr val="accent5">
        <a:shade val="90000"/>
      </a:schemeClr>
      <a:schemeClr val="accent5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  <a:alpha val="90000"/>
      </a:schemeClr>
      <a:schemeClr val="accent5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alpha val="90000"/>
        <a:tint val="40000"/>
      </a:schemeClr>
      <a:schemeClr val="accent5">
        <a:alpha val="5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E149ED-C480-4F2D-A246-9D8FE381258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843EE14-A6A2-43D0-9618-558A5D85DA21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Code generation</a:t>
          </a:r>
          <a:r>
            <a:rPr lang="en-US"/>
            <a:t>:</a:t>
          </a:r>
        </a:p>
      </dgm:t>
    </dgm:pt>
    <dgm:pt modelId="{CC796CDA-18CC-4D29-8DC8-444ABB1C1A46}" type="parTrans" cxnId="{B8FAA9FC-FAA0-4589-8129-D7C0F49725B6}">
      <dgm:prSet/>
      <dgm:spPr/>
      <dgm:t>
        <a:bodyPr/>
        <a:lstStyle/>
        <a:p>
          <a:endParaRPr lang="en-US"/>
        </a:p>
      </dgm:t>
    </dgm:pt>
    <dgm:pt modelId="{63678F55-8D66-4BDF-B3D0-6A3BB5C46CD3}" type="sibTrans" cxnId="{B8FAA9FC-FAA0-4589-8129-D7C0F49725B6}">
      <dgm:prSet/>
      <dgm:spPr/>
      <dgm:t>
        <a:bodyPr/>
        <a:lstStyle/>
        <a:p>
          <a:endParaRPr lang="en-US"/>
        </a:p>
      </dgm:t>
    </dgm:pt>
    <dgm:pt modelId="{D24C62AE-B12B-4A44-8888-DE5E9262E0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Reflection</a:t>
          </a:r>
          <a:r>
            <a:rPr lang="en-US" dirty="0"/>
            <a:t>:</a:t>
          </a:r>
        </a:p>
      </dgm:t>
    </dgm:pt>
    <dgm:pt modelId="{023E8E0C-CA38-4B06-B033-2081BEE2D286}" type="parTrans" cxnId="{659C1AA8-A96E-41B3-9446-1CA4EB7B9C7D}">
      <dgm:prSet/>
      <dgm:spPr/>
      <dgm:t>
        <a:bodyPr/>
        <a:lstStyle/>
        <a:p>
          <a:endParaRPr lang="en-US"/>
        </a:p>
      </dgm:t>
    </dgm:pt>
    <dgm:pt modelId="{04F8BEBF-60E5-4B05-AC49-CC4C2ABD35F9}" type="sibTrans" cxnId="{659C1AA8-A96E-41B3-9446-1CA4EB7B9C7D}">
      <dgm:prSet/>
      <dgm:spPr/>
      <dgm:t>
        <a:bodyPr/>
        <a:lstStyle/>
        <a:p>
          <a:endParaRPr lang="en-US"/>
        </a:p>
      </dgm:t>
    </dgm:pt>
    <dgm:pt modelId="{1B6A5FA1-C951-4F47-8429-9F1AFF7A93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Macros</a:t>
          </a:r>
          <a:r>
            <a:rPr lang="en-US" dirty="0"/>
            <a:t>:</a:t>
          </a:r>
        </a:p>
      </dgm:t>
    </dgm:pt>
    <dgm:pt modelId="{834283AD-2A4F-4D1F-8A1E-033A5D3647FD}" type="parTrans" cxnId="{EB6BDB94-92FB-4828-8689-C471A51555EA}">
      <dgm:prSet/>
      <dgm:spPr/>
      <dgm:t>
        <a:bodyPr/>
        <a:lstStyle/>
        <a:p>
          <a:endParaRPr lang="en-US"/>
        </a:p>
      </dgm:t>
    </dgm:pt>
    <dgm:pt modelId="{F0F93FD5-8BA1-4374-B77A-C0F42F4B9D60}" type="sibTrans" cxnId="{EB6BDB94-92FB-4828-8689-C471A51555EA}">
      <dgm:prSet/>
      <dgm:spPr/>
      <dgm:t>
        <a:bodyPr/>
        <a:lstStyle/>
        <a:p>
          <a:endParaRPr lang="en-US"/>
        </a:p>
      </dgm:t>
    </dgm:pt>
    <dgm:pt modelId="{5EBD4A1A-C73D-4E6F-BC0B-7EE6EB9186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Aspect oriented Attributes/Annotations</a:t>
          </a:r>
          <a:r>
            <a:rPr lang="en-US" dirty="0"/>
            <a:t>:</a:t>
          </a:r>
        </a:p>
      </dgm:t>
    </dgm:pt>
    <dgm:pt modelId="{F6C51772-814D-403A-A41B-88A59F899793}" type="parTrans" cxnId="{66A390E8-266A-4F35-A18F-38386A06214B}">
      <dgm:prSet/>
      <dgm:spPr/>
      <dgm:t>
        <a:bodyPr/>
        <a:lstStyle/>
        <a:p>
          <a:endParaRPr lang="en-US"/>
        </a:p>
      </dgm:t>
    </dgm:pt>
    <dgm:pt modelId="{DC9C651C-E261-4D16-ADED-D1F6BDD1F8AB}" type="sibTrans" cxnId="{66A390E8-266A-4F35-A18F-38386A06214B}">
      <dgm:prSet/>
      <dgm:spPr/>
      <dgm:t>
        <a:bodyPr/>
        <a:lstStyle/>
        <a:p>
          <a:endParaRPr lang="en-US"/>
        </a:p>
      </dgm:t>
    </dgm:pt>
    <dgm:pt modelId="{DE8614E6-ADF1-4A8C-AE68-88FFA8F1418C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Automatically producing source code based on templates or rules.</a:t>
          </a:r>
        </a:p>
      </dgm:t>
    </dgm:pt>
    <dgm:pt modelId="{7E5C3A59-E9D3-488B-9D58-60C8B44CF3BE}" type="parTrans" cxnId="{B4F5B8D9-985D-4954-8B6D-78F5A6270AEA}">
      <dgm:prSet/>
      <dgm:spPr/>
      <dgm:t>
        <a:bodyPr/>
        <a:lstStyle/>
        <a:p>
          <a:endParaRPr lang="en-US"/>
        </a:p>
      </dgm:t>
    </dgm:pt>
    <dgm:pt modelId="{37EBE835-CDC8-4BCD-8BB3-B53DEBA12943}" type="sibTrans" cxnId="{B4F5B8D9-985D-4954-8B6D-78F5A6270AEA}">
      <dgm:prSet/>
      <dgm:spPr/>
      <dgm:t>
        <a:bodyPr/>
        <a:lstStyle/>
        <a:p>
          <a:endParaRPr lang="en-US"/>
        </a:p>
      </dgm:t>
    </dgm:pt>
    <dgm:pt modelId="{FEE7CBE0-7CB9-4A99-AFB6-15796829508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Inspecting and interacting with code structures (types, methods, etc.) at runtime.</a:t>
          </a:r>
        </a:p>
      </dgm:t>
    </dgm:pt>
    <dgm:pt modelId="{DB0AC5D3-4A19-4D6C-AF52-D55FB5239A9D}" type="parTrans" cxnId="{8400BA2F-CB11-4B87-8D86-EE823F598561}">
      <dgm:prSet/>
      <dgm:spPr/>
      <dgm:t>
        <a:bodyPr/>
        <a:lstStyle/>
        <a:p>
          <a:endParaRPr lang="en-US"/>
        </a:p>
      </dgm:t>
    </dgm:pt>
    <dgm:pt modelId="{9F93F912-9949-4770-A405-ED01D31B790C}" type="sibTrans" cxnId="{8400BA2F-CB11-4B87-8D86-EE823F598561}">
      <dgm:prSet/>
      <dgm:spPr/>
      <dgm:t>
        <a:bodyPr/>
        <a:lstStyle/>
        <a:p>
          <a:endParaRPr lang="en-US"/>
        </a:p>
      </dgm:t>
    </dgm:pt>
    <dgm:pt modelId="{9F649F11-1768-4743-A84E-C73D783602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Preprocessing code before compilation (common in languages like C or Lisp).</a:t>
          </a:r>
        </a:p>
      </dgm:t>
    </dgm:pt>
    <dgm:pt modelId="{0CC62C85-6BC8-4597-9D0A-3F3F02895F4C}" type="parTrans" cxnId="{7618C071-9788-4900-9638-1CB9DF2C4B95}">
      <dgm:prSet/>
      <dgm:spPr/>
      <dgm:t>
        <a:bodyPr/>
        <a:lstStyle/>
        <a:p>
          <a:endParaRPr lang="en-US"/>
        </a:p>
      </dgm:t>
    </dgm:pt>
    <dgm:pt modelId="{49EEC335-0551-4C97-A164-F14A4DFCBCBA}" type="sibTrans" cxnId="{7618C071-9788-4900-9638-1CB9DF2C4B95}">
      <dgm:prSet/>
      <dgm:spPr/>
      <dgm:t>
        <a:bodyPr/>
        <a:lstStyle/>
        <a:p>
          <a:endParaRPr lang="en-US"/>
        </a:p>
      </dgm:t>
    </dgm:pt>
    <dgm:pt modelId="{437DCCB7-1A3D-45BD-BD4C-1D356C8CF3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Adding metadata to code that can be used to influence behavior.</a:t>
          </a:r>
        </a:p>
      </dgm:t>
    </dgm:pt>
    <dgm:pt modelId="{4C6C4B79-4EFB-4804-8933-6FB7141DFFB5}" type="parTrans" cxnId="{9D85F4C7-B83B-472C-9A0F-CE56377F1060}">
      <dgm:prSet/>
      <dgm:spPr/>
      <dgm:t>
        <a:bodyPr/>
        <a:lstStyle/>
        <a:p>
          <a:endParaRPr lang="en-US"/>
        </a:p>
      </dgm:t>
    </dgm:pt>
    <dgm:pt modelId="{BB396D24-3981-4305-9A1E-D99801C69863}" type="sibTrans" cxnId="{9D85F4C7-B83B-472C-9A0F-CE56377F1060}">
      <dgm:prSet/>
      <dgm:spPr/>
      <dgm:t>
        <a:bodyPr/>
        <a:lstStyle/>
        <a:p>
          <a:endParaRPr lang="en-US"/>
        </a:p>
      </dgm:t>
    </dgm:pt>
    <dgm:pt modelId="{CDBE60BB-56FE-42F9-9D0D-34EFD68E6576}" type="pres">
      <dgm:prSet presAssocID="{76E149ED-C480-4F2D-A246-9D8FE3812584}" presName="root" presStyleCnt="0">
        <dgm:presLayoutVars>
          <dgm:dir/>
          <dgm:resizeHandles val="exact"/>
        </dgm:presLayoutVars>
      </dgm:prSet>
      <dgm:spPr/>
    </dgm:pt>
    <dgm:pt modelId="{B9FEB16A-4869-4DAB-9F02-1B31035D95B2}" type="pres">
      <dgm:prSet presAssocID="{B843EE14-A6A2-43D0-9618-558A5D85DA21}" presName="compNode" presStyleCnt="0"/>
      <dgm:spPr/>
    </dgm:pt>
    <dgm:pt modelId="{3535A069-A8CA-4EB0-B05F-A8D7E00BDD2E}" type="pres">
      <dgm:prSet presAssocID="{B843EE14-A6A2-43D0-9618-558A5D85DA21}" presName="bgRect" presStyleLbl="bgShp" presStyleIdx="0" presStyleCnt="4"/>
      <dgm:spPr/>
    </dgm:pt>
    <dgm:pt modelId="{7AA8AC3E-D33A-4B9E-A76C-53E654734EB3}" type="pres">
      <dgm:prSet presAssocID="{B843EE14-A6A2-43D0-9618-558A5D85DA2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43D389A7-5150-45BA-A70C-289A0EE6C46E}" type="pres">
      <dgm:prSet presAssocID="{B843EE14-A6A2-43D0-9618-558A5D85DA21}" presName="spaceRect" presStyleCnt="0"/>
      <dgm:spPr/>
    </dgm:pt>
    <dgm:pt modelId="{E2CAED32-7118-46C6-B77B-1414C9CE19C9}" type="pres">
      <dgm:prSet presAssocID="{B843EE14-A6A2-43D0-9618-558A5D85DA21}" presName="parTx" presStyleLbl="revTx" presStyleIdx="0" presStyleCnt="8">
        <dgm:presLayoutVars>
          <dgm:chMax val="0"/>
          <dgm:chPref val="0"/>
        </dgm:presLayoutVars>
      </dgm:prSet>
      <dgm:spPr/>
    </dgm:pt>
    <dgm:pt modelId="{0AB4A38F-EF92-4202-9B5B-E5BC09E32DE8}" type="pres">
      <dgm:prSet presAssocID="{B843EE14-A6A2-43D0-9618-558A5D85DA21}" presName="desTx" presStyleLbl="revTx" presStyleIdx="1" presStyleCnt="8">
        <dgm:presLayoutVars/>
      </dgm:prSet>
      <dgm:spPr/>
    </dgm:pt>
    <dgm:pt modelId="{3AABC4CF-9BF9-4EF7-8E08-255896125101}" type="pres">
      <dgm:prSet presAssocID="{63678F55-8D66-4BDF-B3D0-6A3BB5C46CD3}" presName="sibTrans" presStyleCnt="0"/>
      <dgm:spPr/>
    </dgm:pt>
    <dgm:pt modelId="{9B1A66FE-1875-48EA-B399-ECD3F9A6CD02}" type="pres">
      <dgm:prSet presAssocID="{D24C62AE-B12B-4A44-8888-DE5E9262E097}" presName="compNode" presStyleCnt="0"/>
      <dgm:spPr/>
    </dgm:pt>
    <dgm:pt modelId="{686EDAE5-F722-462C-9BE5-E4D91F0736D6}" type="pres">
      <dgm:prSet presAssocID="{D24C62AE-B12B-4A44-8888-DE5E9262E097}" presName="bgRect" presStyleLbl="bgShp" presStyleIdx="1" presStyleCnt="4"/>
      <dgm:spPr/>
    </dgm:pt>
    <dgm:pt modelId="{4D421C1B-6CE2-4610-9B3C-F1EBB7C17D84}" type="pres">
      <dgm:prSet presAssocID="{D24C62AE-B12B-4A44-8888-DE5E9262E097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180DBD3C-4C6F-4FA5-BFF0-2E11B124431B}" type="pres">
      <dgm:prSet presAssocID="{D24C62AE-B12B-4A44-8888-DE5E9262E097}" presName="spaceRect" presStyleCnt="0"/>
      <dgm:spPr/>
    </dgm:pt>
    <dgm:pt modelId="{FA00FD99-E6BE-4150-A972-DAC5D109A531}" type="pres">
      <dgm:prSet presAssocID="{D24C62AE-B12B-4A44-8888-DE5E9262E097}" presName="parTx" presStyleLbl="revTx" presStyleIdx="2" presStyleCnt="8">
        <dgm:presLayoutVars>
          <dgm:chMax val="0"/>
          <dgm:chPref val="0"/>
        </dgm:presLayoutVars>
      </dgm:prSet>
      <dgm:spPr/>
    </dgm:pt>
    <dgm:pt modelId="{FDC48BC5-61E0-4420-B023-288F1BAFE10B}" type="pres">
      <dgm:prSet presAssocID="{D24C62AE-B12B-4A44-8888-DE5E9262E097}" presName="desTx" presStyleLbl="revTx" presStyleIdx="3" presStyleCnt="8">
        <dgm:presLayoutVars/>
      </dgm:prSet>
      <dgm:spPr/>
    </dgm:pt>
    <dgm:pt modelId="{76A21F67-5EA5-4D2C-909C-50C2A47EAC76}" type="pres">
      <dgm:prSet presAssocID="{04F8BEBF-60E5-4B05-AC49-CC4C2ABD35F9}" presName="sibTrans" presStyleCnt="0"/>
      <dgm:spPr/>
    </dgm:pt>
    <dgm:pt modelId="{DCAB09EA-8224-4C42-9B66-32289AECEA3C}" type="pres">
      <dgm:prSet presAssocID="{1B6A5FA1-C951-4F47-8429-9F1AFF7A9349}" presName="compNode" presStyleCnt="0"/>
      <dgm:spPr/>
    </dgm:pt>
    <dgm:pt modelId="{8F8881A7-5F40-4454-A867-D0E177707F63}" type="pres">
      <dgm:prSet presAssocID="{1B6A5FA1-C951-4F47-8429-9F1AFF7A9349}" presName="bgRect" presStyleLbl="bgShp" presStyleIdx="2" presStyleCnt="4"/>
      <dgm:spPr/>
    </dgm:pt>
    <dgm:pt modelId="{5DBB3128-751A-485B-8DBB-02994EC4A209}" type="pres">
      <dgm:prSet presAssocID="{1B6A5FA1-C951-4F47-8429-9F1AFF7A934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4CC4BB7B-DEC4-42E2-B1E6-F8CE03D7279B}" type="pres">
      <dgm:prSet presAssocID="{1B6A5FA1-C951-4F47-8429-9F1AFF7A9349}" presName="spaceRect" presStyleCnt="0"/>
      <dgm:spPr/>
    </dgm:pt>
    <dgm:pt modelId="{501F77C3-DCE3-4ABA-8383-9A4F6DBEF010}" type="pres">
      <dgm:prSet presAssocID="{1B6A5FA1-C951-4F47-8429-9F1AFF7A9349}" presName="parTx" presStyleLbl="revTx" presStyleIdx="4" presStyleCnt="8">
        <dgm:presLayoutVars>
          <dgm:chMax val="0"/>
          <dgm:chPref val="0"/>
        </dgm:presLayoutVars>
      </dgm:prSet>
      <dgm:spPr/>
    </dgm:pt>
    <dgm:pt modelId="{12AEC1A8-A894-40E3-B399-1F8772FE8390}" type="pres">
      <dgm:prSet presAssocID="{1B6A5FA1-C951-4F47-8429-9F1AFF7A9349}" presName="desTx" presStyleLbl="revTx" presStyleIdx="5" presStyleCnt="8">
        <dgm:presLayoutVars/>
      </dgm:prSet>
      <dgm:spPr/>
    </dgm:pt>
    <dgm:pt modelId="{8C469582-AB73-49C1-A378-2D284A2E03DF}" type="pres">
      <dgm:prSet presAssocID="{F0F93FD5-8BA1-4374-B77A-C0F42F4B9D60}" presName="sibTrans" presStyleCnt="0"/>
      <dgm:spPr/>
    </dgm:pt>
    <dgm:pt modelId="{FCEE62E0-1EEA-4332-BC30-C30297BCE123}" type="pres">
      <dgm:prSet presAssocID="{5EBD4A1A-C73D-4E6F-BC0B-7EE6EB91867D}" presName="compNode" presStyleCnt="0"/>
      <dgm:spPr/>
    </dgm:pt>
    <dgm:pt modelId="{3E170290-95A4-4902-9BA6-CA3350A59467}" type="pres">
      <dgm:prSet presAssocID="{5EBD4A1A-C73D-4E6F-BC0B-7EE6EB91867D}" presName="bgRect" presStyleLbl="bgShp" presStyleIdx="3" presStyleCnt="4"/>
      <dgm:spPr/>
    </dgm:pt>
    <dgm:pt modelId="{0A9E29AB-55F1-4E22-B786-FB095A1B6548}" type="pres">
      <dgm:prSet presAssocID="{5EBD4A1A-C73D-4E6F-BC0B-7EE6EB91867D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otes"/>
        </a:ext>
      </dgm:extLst>
    </dgm:pt>
    <dgm:pt modelId="{FECBAACE-BE40-45E5-BFAD-54576BCA4ECF}" type="pres">
      <dgm:prSet presAssocID="{5EBD4A1A-C73D-4E6F-BC0B-7EE6EB91867D}" presName="spaceRect" presStyleCnt="0"/>
      <dgm:spPr/>
    </dgm:pt>
    <dgm:pt modelId="{9B31E846-E1A7-441D-8143-616D7D020529}" type="pres">
      <dgm:prSet presAssocID="{5EBD4A1A-C73D-4E6F-BC0B-7EE6EB91867D}" presName="parTx" presStyleLbl="revTx" presStyleIdx="6" presStyleCnt="8">
        <dgm:presLayoutVars>
          <dgm:chMax val="0"/>
          <dgm:chPref val="0"/>
        </dgm:presLayoutVars>
      </dgm:prSet>
      <dgm:spPr/>
    </dgm:pt>
    <dgm:pt modelId="{DE5D3160-D835-430D-BF2E-65C4E9E00DF2}" type="pres">
      <dgm:prSet presAssocID="{5EBD4A1A-C73D-4E6F-BC0B-7EE6EB91867D}" presName="desTx" presStyleLbl="revTx" presStyleIdx="7" presStyleCnt="8">
        <dgm:presLayoutVars/>
      </dgm:prSet>
      <dgm:spPr/>
    </dgm:pt>
  </dgm:ptLst>
  <dgm:cxnLst>
    <dgm:cxn modelId="{8400BA2F-CB11-4B87-8D86-EE823F598561}" srcId="{D24C62AE-B12B-4A44-8888-DE5E9262E097}" destId="{FEE7CBE0-7CB9-4A99-AFB6-15796829508D}" srcOrd="0" destOrd="0" parTransId="{DB0AC5D3-4A19-4D6C-AF52-D55FB5239A9D}" sibTransId="{9F93F912-9949-4770-A405-ED01D31B790C}"/>
    <dgm:cxn modelId="{00C51E35-D0B1-423C-8A68-85D6E7EFE719}" type="presOf" srcId="{D24C62AE-B12B-4A44-8888-DE5E9262E097}" destId="{FA00FD99-E6BE-4150-A972-DAC5D109A531}" srcOrd="0" destOrd="0" presId="urn:microsoft.com/office/officeart/2018/2/layout/IconVerticalSolidList"/>
    <dgm:cxn modelId="{B2CBE93B-CCA8-4430-AD66-6C285CCBFEFB}" type="presOf" srcId="{437DCCB7-1A3D-45BD-BD4C-1D356C8CF3A8}" destId="{DE5D3160-D835-430D-BF2E-65C4E9E00DF2}" srcOrd="0" destOrd="0" presId="urn:microsoft.com/office/officeart/2018/2/layout/IconVerticalSolidList"/>
    <dgm:cxn modelId="{8B8CF23D-87D3-4363-8A2D-7C021724C3F9}" type="presOf" srcId="{FEE7CBE0-7CB9-4A99-AFB6-15796829508D}" destId="{FDC48BC5-61E0-4420-B023-288F1BAFE10B}" srcOrd="0" destOrd="0" presId="urn:microsoft.com/office/officeart/2018/2/layout/IconVerticalSolidList"/>
    <dgm:cxn modelId="{D8968967-7730-4CF0-BF68-318DAA86A7AA}" type="presOf" srcId="{5EBD4A1A-C73D-4E6F-BC0B-7EE6EB91867D}" destId="{9B31E846-E1A7-441D-8143-616D7D020529}" srcOrd="0" destOrd="0" presId="urn:microsoft.com/office/officeart/2018/2/layout/IconVerticalSolidList"/>
    <dgm:cxn modelId="{CA0BFA4B-AE17-4BB7-927A-9EA2E390E7BD}" type="presOf" srcId="{76E149ED-C480-4F2D-A246-9D8FE3812584}" destId="{CDBE60BB-56FE-42F9-9D0D-34EFD68E6576}" srcOrd="0" destOrd="0" presId="urn:microsoft.com/office/officeart/2018/2/layout/IconVerticalSolidList"/>
    <dgm:cxn modelId="{7618C071-9788-4900-9638-1CB9DF2C4B95}" srcId="{1B6A5FA1-C951-4F47-8429-9F1AFF7A9349}" destId="{9F649F11-1768-4743-A84E-C73D7836024E}" srcOrd="0" destOrd="0" parTransId="{0CC62C85-6BC8-4597-9D0A-3F3F02895F4C}" sibTransId="{49EEC335-0551-4C97-A164-F14A4DFCBCBA}"/>
    <dgm:cxn modelId="{03DA9381-8D9B-473A-B34B-EE504EF9F80E}" type="presOf" srcId="{B843EE14-A6A2-43D0-9618-558A5D85DA21}" destId="{E2CAED32-7118-46C6-B77B-1414C9CE19C9}" srcOrd="0" destOrd="0" presId="urn:microsoft.com/office/officeart/2018/2/layout/IconVerticalSolidList"/>
    <dgm:cxn modelId="{DB32AB84-A55A-45B8-9A03-60AD384BD3D8}" type="presOf" srcId="{DE8614E6-ADF1-4A8C-AE68-88FFA8F1418C}" destId="{0AB4A38F-EF92-4202-9B5B-E5BC09E32DE8}" srcOrd="0" destOrd="0" presId="urn:microsoft.com/office/officeart/2018/2/layout/IconVerticalSolidList"/>
    <dgm:cxn modelId="{EB6BDB94-92FB-4828-8689-C471A51555EA}" srcId="{76E149ED-C480-4F2D-A246-9D8FE3812584}" destId="{1B6A5FA1-C951-4F47-8429-9F1AFF7A9349}" srcOrd="2" destOrd="0" parTransId="{834283AD-2A4F-4D1F-8A1E-033A5D3647FD}" sibTransId="{F0F93FD5-8BA1-4374-B77A-C0F42F4B9D60}"/>
    <dgm:cxn modelId="{A7114C9F-3411-419F-A861-9F963C173E53}" type="presOf" srcId="{1B6A5FA1-C951-4F47-8429-9F1AFF7A9349}" destId="{501F77C3-DCE3-4ABA-8383-9A4F6DBEF010}" srcOrd="0" destOrd="0" presId="urn:microsoft.com/office/officeart/2018/2/layout/IconVerticalSolidList"/>
    <dgm:cxn modelId="{659C1AA8-A96E-41B3-9446-1CA4EB7B9C7D}" srcId="{76E149ED-C480-4F2D-A246-9D8FE3812584}" destId="{D24C62AE-B12B-4A44-8888-DE5E9262E097}" srcOrd="1" destOrd="0" parTransId="{023E8E0C-CA38-4B06-B033-2081BEE2D286}" sibTransId="{04F8BEBF-60E5-4B05-AC49-CC4C2ABD35F9}"/>
    <dgm:cxn modelId="{9D85F4C7-B83B-472C-9A0F-CE56377F1060}" srcId="{5EBD4A1A-C73D-4E6F-BC0B-7EE6EB91867D}" destId="{437DCCB7-1A3D-45BD-BD4C-1D356C8CF3A8}" srcOrd="0" destOrd="0" parTransId="{4C6C4B79-4EFB-4804-8933-6FB7141DFFB5}" sibTransId="{BB396D24-3981-4305-9A1E-D99801C69863}"/>
    <dgm:cxn modelId="{B4F5B8D9-985D-4954-8B6D-78F5A6270AEA}" srcId="{B843EE14-A6A2-43D0-9618-558A5D85DA21}" destId="{DE8614E6-ADF1-4A8C-AE68-88FFA8F1418C}" srcOrd="0" destOrd="0" parTransId="{7E5C3A59-E9D3-488B-9D58-60C8B44CF3BE}" sibTransId="{37EBE835-CDC8-4BCD-8BB3-B53DEBA12943}"/>
    <dgm:cxn modelId="{66A390E8-266A-4F35-A18F-38386A06214B}" srcId="{76E149ED-C480-4F2D-A246-9D8FE3812584}" destId="{5EBD4A1A-C73D-4E6F-BC0B-7EE6EB91867D}" srcOrd="3" destOrd="0" parTransId="{F6C51772-814D-403A-A41B-88A59F899793}" sibTransId="{DC9C651C-E261-4D16-ADED-D1F6BDD1F8AB}"/>
    <dgm:cxn modelId="{8379E9EA-B3A7-47DD-A826-D87F56DD4C9E}" type="presOf" srcId="{9F649F11-1768-4743-A84E-C73D7836024E}" destId="{12AEC1A8-A894-40E3-B399-1F8772FE8390}" srcOrd="0" destOrd="0" presId="urn:microsoft.com/office/officeart/2018/2/layout/IconVerticalSolidList"/>
    <dgm:cxn modelId="{B8FAA9FC-FAA0-4589-8129-D7C0F49725B6}" srcId="{76E149ED-C480-4F2D-A246-9D8FE3812584}" destId="{B843EE14-A6A2-43D0-9618-558A5D85DA21}" srcOrd="0" destOrd="0" parTransId="{CC796CDA-18CC-4D29-8DC8-444ABB1C1A46}" sibTransId="{63678F55-8D66-4BDF-B3D0-6A3BB5C46CD3}"/>
    <dgm:cxn modelId="{E4F76B96-8DC9-4BE4-944E-1E16B02D908E}" type="presParOf" srcId="{CDBE60BB-56FE-42F9-9D0D-34EFD68E6576}" destId="{B9FEB16A-4869-4DAB-9F02-1B31035D95B2}" srcOrd="0" destOrd="0" presId="urn:microsoft.com/office/officeart/2018/2/layout/IconVerticalSolidList"/>
    <dgm:cxn modelId="{B59AEEE2-96D6-41C5-A26A-825D4258B795}" type="presParOf" srcId="{B9FEB16A-4869-4DAB-9F02-1B31035D95B2}" destId="{3535A069-A8CA-4EB0-B05F-A8D7E00BDD2E}" srcOrd="0" destOrd="0" presId="urn:microsoft.com/office/officeart/2018/2/layout/IconVerticalSolidList"/>
    <dgm:cxn modelId="{D84F51A4-E779-491B-B19C-A5E34E5778C1}" type="presParOf" srcId="{B9FEB16A-4869-4DAB-9F02-1B31035D95B2}" destId="{7AA8AC3E-D33A-4B9E-A76C-53E654734EB3}" srcOrd="1" destOrd="0" presId="urn:microsoft.com/office/officeart/2018/2/layout/IconVerticalSolidList"/>
    <dgm:cxn modelId="{98C16C0E-7172-4FC2-8CAD-2AD1E2300050}" type="presParOf" srcId="{B9FEB16A-4869-4DAB-9F02-1B31035D95B2}" destId="{43D389A7-5150-45BA-A70C-289A0EE6C46E}" srcOrd="2" destOrd="0" presId="urn:microsoft.com/office/officeart/2018/2/layout/IconVerticalSolidList"/>
    <dgm:cxn modelId="{055F0D73-05F0-4596-9F7A-D6D962FD5EAB}" type="presParOf" srcId="{B9FEB16A-4869-4DAB-9F02-1B31035D95B2}" destId="{E2CAED32-7118-46C6-B77B-1414C9CE19C9}" srcOrd="3" destOrd="0" presId="urn:microsoft.com/office/officeart/2018/2/layout/IconVerticalSolidList"/>
    <dgm:cxn modelId="{10400FA9-9755-4E08-9BD6-6018DFF8CA23}" type="presParOf" srcId="{B9FEB16A-4869-4DAB-9F02-1B31035D95B2}" destId="{0AB4A38F-EF92-4202-9B5B-E5BC09E32DE8}" srcOrd="4" destOrd="0" presId="urn:microsoft.com/office/officeart/2018/2/layout/IconVerticalSolidList"/>
    <dgm:cxn modelId="{3952C525-BED1-49ED-922D-FFD684DB7FE1}" type="presParOf" srcId="{CDBE60BB-56FE-42F9-9D0D-34EFD68E6576}" destId="{3AABC4CF-9BF9-4EF7-8E08-255896125101}" srcOrd="1" destOrd="0" presId="urn:microsoft.com/office/officeart/2018/2/layout/IconVerticalSolidList"/>
    <dgm:cxn modelId="{5E60678B-C654-4863-BBB6-6F495C247662}" type="presParOf" srcId="{CDBE60BB-56FE-42F9-9D0D-34EFD68E6576}" destId="{9B1A66FE-1875-48EA-B399-ECD3F9A6CD02}" srcOrd="2" destOrd="0" presId="urn:microsoft.com/office/officeart/2018/2/layout/IconVerticalSolidList"/>
    <dgm:cxn modelId="{6635D68C-39E3-487F-83BF-ED4F0FF04686}" type="presParOf" srcId="{9B1A66FE-1875-48EA-B399-ECD3F9A6CD02}" destId="{686EDAE5-F722-462C-9BE5-E4D91F0736D6}" srcOrd="0" destOrd="0" presId="urn:microsoft.com/office/officeart/2018/2/layout/IconVerticalSolidList"/>
    <dgm:cxn modelId="{953741FC-0E39-4CBA-B7C6-948CC94A572A}" type="presParOf" srcId="{9B1A66FE-1875-48EA-B399-ECD3F9A6CD02}" destId="{4D421C1B-6CE2-4610-9B3C-F1EBB7C17D84}" srcOrd="1" destOrd="0" presId="urn:microsoft.com/office/officeart/2018/2/layout/IconVerticalSolidList"/>
    <dgm:cxn modelId="{663C4511-5738-46CC-87F1-D035B851520D}" type="presParOf" srcId="{9B1A66FE-1875-48EA-B399-ECD3F9A6CD02}" destId="{180DBD3C-4C6F-4FA5-BFF0-2E11B124431B}" srcOrd="2" destOrd="0" presId="urn:microsoft.com/office/officeart/2018/2/layout/IconVerticalSolidList"/>
    <dgm:cxn modelId="{C7A60BD9-6F52-4E4B-A32B-EE75BCA073B8}" type="presParOf" srcId="{9B1A66FE-1875-48EA-B399-ECD3F9A6CD02}" destId="{FA00FD99-E6BE-4150-A972-DAC5D109A531}" srcOrd="3" destOrd="0" presId="urn:microsoft.com/office/officeart/2018/2/layout/IconVerticalSolidList"/>
    <dgm:cxn modelId="{3D4C6CF1-3B13-4BB5-8BB9-DC066EF3E198}" type="presParOf" srcId="{9B1A66FE-1875-48EA-B399-ECD3F9A6CD02}" destId="{FDC48BC5-61E0-4420-B023-288F1BAFE10B}" srcOrd="4" destOrd="0" presId="urn:microsoft.com/office/officeart/2018/2/layout/IconVerticalSolidList"/>
    <dgm:cxn modelId="{CF7A04A8-8C35-4CDD-B8B2-E7351B390924}" type="presParOf" srcId="{CDBE60BB-56FE-42F9-9D0D-34EFD68E6576}" destId="{76A21F67-5EA5-4D2C-909C-50C2A47EAC76}" srcOrd="3" destOrd="0" presId="urn:microsoft.com/office/officeart/2018/2/layout/IconVerticalSolidList"/>
    <dgm:cxn modelId="{ABE330D7-98B2-4E51-BE99-009A3E987E77}" type="presParOf" srcId="{CDBE60BB-56FE-42F9-9D0D-34EFD68E6576}" destId="{DCAB09EA-8224-4C42-9B66-32289AECEA3C}" srcOrd="4" destOrd="0" presId="urn:microsoft.com/office/officeart/2018/2/layout/IconVerticalSolidList"/>
    <dgm:cxn modelId="{DF85F272-7E77-42F7-A219-8C340A551D03}" type="presParOf" srcId="{DCAB09EA-8224-4C42-9B66-32289AECEA3C}" destId="{8F8881A7-5F40-4454-A867-D0E177707F63}" srcOrd="0" destOrd="0" presId="urn:microsoft.com/office/officeart/2018/2/layout/IconVerticalSolidList"/>
    <dgm:cxn modelId="{7C8761F9-455A-4BFA-AFFC-ADABD2C050AE}" type="presParOf" srcId="{DCAB09EA-8224-4C42-9B66-32289AECEA3C}" destId="{5DBB3128-751A-485B-8DBB-02994EC4A209}" srcOrd="1" destOrd="0" presId="urn:microsoft.com/office/officeart/2018/2/layout/IconVerticalSolidList"/>
    <dgm:cxn modelId="{405F9CDD-023F-442D-818A-5CD343738C1E}" type="presParOf" srcId="{DCAB09EA-8224-4C42-9B66-32289AECEA3C}" destId="{4CC4BB7B-DEC4-42E2-B1E6-F8CE03D7279B}" srcOrd="2" destOrd="0" presId="urn:microsoft.com/office/officeart/2018/2/layout/IconVerticalSolidList"/>
    <dgm:cxn modelId="{0C85693C-632B-41AD-AA6F-B6A61F615F43}" type="presParOf" srcId="{DCAB09EA-8224-4C42-9B66-32289AECEA3C}" destId="{501F77C3-DCE3-4ABA-8383-9A4F6DBEF010}" srcOrd="3" destOrd="0" presId="urn:microsoft.com/office/officeart/2018/2/layout/IconVerticalSolidList"/>
    <dgm:cxn modelId="{FF777CF4-DFE8-4C3F-9B5B-D5D271A94019}" type="presParOf" srcId="{DCAB09EA-8224-4C42-9B66-32289AECEA3C}" destId="{12AEC1A8-A894-40E3-B399-1F8772FE8390}" srcOrd="4" destOrd="0" presId="urn:microsoft.com/office/officeart/2018/2/layout/IconVerticalSolidList"/>
    <dgm:cxn modelId="{E4E74E5F-3973-469D-88D9-C10B5A26EA26}" type="presParOf" srcId="{CDBE60BB-56FE-42F9-9D0D-34EFD68E6576}" destId="{8C469582-AB73-49C1-A378-2D284A2E03DF}" srcOrd="5" destOrd="0" presId="urn:microsoft.com/office/officeart/2018/2/layout/IconVerticalSolidList"/>
    <dgm:cxn modelId="{A9A48717-0E5E-43B7-8B0D-1D2B02A73BE8}" type="presParOf" srcId="{CDBE60BB-56FE-42F9-9D0D-34EFD68E6576}" destId="{FCEE62E0-1EEA-4332-BC30-C30297BCE123}" srcOrd="6" destOrd="0" presId="urn:microsoft.com/office/officeart/2018/2/layout/IconVerticalSolidList"/>
    <dgm:cxn modelId="{54EE622D-2C10-4797-B75C-7D701EAB37EA}" type="presParOf" srcId="{FCEE62E0-1EEA-4332-BC30-C30297BCE123}" destId="{3E170290-95A4-4902-9BA6-CA3350A59467}" srcOrd="0" destOrd="0" presId="urn:microsoft.com/office/officeart/2018/2/layout/IconVerticalSolidList"/>
    <dgm:cxn modelId="{46D18EAF-3E04-4900-8B31-9057C88A89B4}" type="presParOf" srcId="{FCEE62E0-1EEA-4332-BC30-C30297BCE123}" destId="{0A9E29AB-55F1-4E22-B786-FB095A1B6548}" srcOrd="1" destOrd="0" presId="urn:microsoft.com/office/officeart/2018/2/layout/IconVerticalSolidList"/>
    <dgm:cxn modelId="{87FFC0DA-433C-4306-A772-089F47ACB1B1}" type="presParOf" srcId="{FCEE62E0-1EEA-4332-BC30-C30297BCE123}" destId="{FECBAACE-BE40-45E5-BFAD-54576BCA4ECF}" srcOrd="2" destOrd="0" presId="urn:microsoft.com/office/officeart/2018/2/layout/IconVerticalSolidList"/>
    <dgm:cxn modelId="{76A5D3AE-D79D-4AE8-B3F4-DD841FB9AD5E}" type="presParOf" srcId="{FCEE62E0-1EEA-4332-BC30-C30297BCE123}" destId="{9B31E846-E1A7-441D-8143-616D7D020529}" srcOrd="3" destOrd="0" presId="urn:microsoft.com/office/officeart/2018/2/layout/IconVerticalSolidList"/>
    <dgm:cxn modelId="{C3031F53-CEDB-4AF4-A90C-4D83358CE15E}" type="presParOf" srcId="{FCEE62E0-1EEA-4332-BC30-C30297BCE123}" destId="{DE5D3160-D835-430D-BF2E-65C4E9E00DF2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6E149ED-C480-4F2D-A246-9D8FE3812584}" type="doc">
      <dgm:prSet loTypeId="urn:microsoft.com/office/officeart/2005/8/layout/hList1" loCatId="list" qsTypeId="urn:microsoft.com/office/officeart/2005/8/quickstyle/simple1" qsCatId="simple" csTypeId="urn:microsoft.com/office/officeart/2005/8/colors/accent5_5" csCatId="accent5" phldr="1"/>
      <dgm:spPr/>
      <dgm:t>
        <a:bodyPr/>
        <a:lstStyle/>
        <a:p>
          <a:endParaRPr lang="en-US"/>
        </a:p>
      </dgm:t>
    </dgm:pt>
    <dgm:pt modelId="{B843EE14-A6A2-43D0-9618-558A5D85DA21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Reflection</a:t>
          </a:r>
          <a:r>
            <a:rPr lang="en-US" dirty="0"/>
            <a:t>:</a:t>
          </a:r>
        </a:p>
      </dgm:t>
    </dgm:pt>
    <dgm:pt modelId="{CC796CDA-18CC-4D29-8DC8-444ABB1C1A46}" type="parTrans" cxnId="{B8FAA9FC-FAA0-4589-8129-D7C0F49725B6}">
      <dgm:prSet/>
      <dgm:spPr/>
      <dgm:t>
        <a:bodyPr/>
        <a:lstStyle/>
        <a:p>
          <a:endParaRPr lang="en-US"/>
        </a:p>
      </dgm:t>
    </dgm:pt>
    <dgm:pt modelId="{63678F55-8D66-4BDF-B3D0-6A3BB5C46CD3}" type="sibTrans" cxnId="{B8FAA9FC-FAA0-4589-8129-D7C0F49725B6}">
      <dgm:prSet/>
      <dgm:spPr/>
      <dgm:t>
        <a:bodyPr/>
        <a:lstStyle/>
        <a:p>
          <a:endParaRPr lang="en-US"/>
        </a:p>
      </dgm:t>
    </dgm:pt>
    <dgm:pt modelId="{EA923311-29EC-443C-9687-139D62743C2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Scripting</a:t>
          </a:r>
          <a:r>
            <a:rPr lang="en-US" dirty="0"/>
            <a:t>:</a:t>
          </a:r>
        </a:p>
      </dgm:t>
    </dgm:pt>
    <dgm:pt modelId="{85CE2168-312D-454D-96B0-20AD054D9F6C}" type="parTrans" cxnId="{5D06B4C3-C6FA-4831-BDC1-D1D2EB9E7683}">
      <dgm:prSet/>
      <dgm:spPr/>
      <dgm:t>
        <a:bodyPr/>
        <a:lstStyle/>
        <a:p>
          <a:endParaRPr lang="en-US"/>
        </a:p>
      </dgm:t>
    </dgm:pt>
    <dgm:pt modelId="{99384358-4257-43FC-A9D7-4F301A8C65A8}" type="sibTrans" cxnId="{5D06B4C3-C6FA-4831-BDC1-D1D2EB9E7683}">
      <dgm:prSet/>
      <dgm:spPr/>
      <dgm:t>
        <a:bodyPr/>
        <a:lstStyle/>
        <a:p>
          <a:endParaRPr lang="en-US"/>
        </a:p>
      </dgm:t>
    </dgm:pt>
    <dgm:pt modelId="{6EDF5201-37AA-4D40-9529-C14C3B1BAA8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Expression trees</a:t>
          </a:r>
          <a:r>
            <a:rPr lang="en-US" dirty="0"/>
            <a:t>:</a:t>
          </a:r>
        </a:p>
      </dgm:t>
    </dgm:pt>
    <dgm:pt modelId="{BE1D14DB-85D6-49CD-9100-5581B3850AC8}" type="parTrans" cxnId="{A5F9F9EB-8BD5-4FE5-A6C9-9CCCBB238617}">
      <dgm:prSet/>
      <dgm:spPr/>
      <dgm:t>
        <a:bodyPr/>
        <a:lstStyle/>
        <a:p>
          <a:endParaRPr lang="en-US"/>
        </a:p>
      </dgm:t>
    </dgm:pt>
    <dgm:pt modelId="{6C6D049D-CDBB-4344-810F-B71A2CCFEAAF}" type="sibTrans" cxnId="{A5F9F9EB-8BD5-4FE5-A6C9-9CCCBB238617}">
      <dgm:prSet/>
      <dgm:spPr/>
      <dgm:t>
        <a:bodyPr/>
        <a:lstStyle/>
        <a:p>
          <a:endParaRPr lang="en-US"/>
        </a:p>
      </dgm:t>
    </dgm:pt>
    <dgm:pt modelId="{8B4D2F8F-97AA-4407-A757-0393EA7AD7E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Attributes</a:t>
          </a:r>
          <a:r>
            <a:rPr lang="en-US" dirty="0"/>
            <a:t>:</a:t>
          </a:r>
        </a:p>
      </dgm:t>
    </dgm:pt>
    <dgm:pt modelId="{34872815-5B0E-484A-9E27-4E89286E1695}" type="parTrans" cxnId="{E146AFBE-D73A-4C88-8DD4-A0E39A9A9187}">
      <dgm:prSet/>
      <dgm:spPr/>
      <dgm:t>
        <a:bodyPr/>
        <a:lstStyle/>
        <a:p>
          <a:endParaRPr lang="en-US"/>
        </a:p>
      </dgm:t>
    </dgm:pt>
    <dgm:pt modelId="{B2214205-BB15-4802-A2BA-376133959746}" type="sibTrans" cxnId="{E146AFBE-D73A-4C88-8DD4-A0E39A9A9187}">
      <dgm:prSet/>
      <dgm:spPr/>
      <dgm:t>
        <a:bodyPr/>
        <a:lstStyle/>
        <a:p>
          <a:endParaRPr lang="en-US"/>
        </a:p>
      </dgm:t>
    </dgm:pt>
    <dgm:pt modelId="{23D197F7-3021-466A-86EE-12BECF48AB6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Enables runtime method invocation and property access.</a:t>
          </a:r>
        </a:p>
      </dgm:t>
    </dgm:pt>
    <dgm:pt modelId="{C605B1F4-8B1C-4AC8-8714-478E0DA705D3}" type="parTrans" cxnId="{D74F98C8-EB05-411C-9E4B-4EF6F8D89901}">
      <dgm:prSet/>
      <dgm:spPr/>
      <dgm:t>
        <a:bodyPr/>
        <a:lstStyle/>
        <a:p>
          <a:endParaRPr lang="en-US"/>
        </a:p>
      </dgm:t>
    </dgm:pt>
    <dgm:pt modelId="{B4952020-7221-4BBE-805F-04058E7E44E8}" type="sibTrans" cxnId="{D74F98C8-EB05-411C-9E4B-4EF6F8D89901}">
      <dgm:prSet/>
      <dgm:spPr/>
      <dgm:t>
        <a:bodyPr/>
        <a:lstStyle/>
        <a:p>
          <a:endParaRPr lang="en-US"/>
        </a:p>
      </dgm:t>
    </dgm:pt>
    <dgm:pt modelId="{1FAB9203-CD36-492F-9588-B0214C5D401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Represent code as data structures for analysis or transformation.</a:t>
          </a:r>
        </a:p>
      </dgm:t>
    </dgm:pt>
    <dgm:pt modelId="{6A7AE2DC-4798-402B-9D37-DDC9EDFDD3AF}" type="parTrans" cxnId="{26AF082D-F064-4EDD-B49D-40D5170CE8A7}">
      <dgm:prSet/>
      <dgm:spPr/>
      <dgm:t>
        <a:bodyPr/>
        <a:lstStyle/>
        <a:p>
          <a:endParaRPr lang="en-US"/>
        </a:p>
      </dgm:t>
    </dgm:pt>
    <dgm:pt modelId="{85453722-667C-4CDC-A18A-45AD6C146E24}" type="sibTrans" cxnId="{26AF082D-F064-4EDD-B49D-40D5170CE8A7}">
      <dgm:prSet/>
      <dgm:spPr/>
      <dgm:t>
        <a:bodyPr/>
        <a:lstStyle/>
        <a:p>
          <a:endParaRPr lang="en-US"/>
        </a:p>
      </dgm:t>
    </dgm:pt>
    <dgm:pt modelId="{2A292C60-4618-4190-9585-565B371C6E3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Provide metadata that can be used by frameworks or tools.</a:t>
          </a:r>
        </a:p>
      </dgm:t>
    </dgm:pt>
    <dgm:pt modelId="{E3E7C751-1BE1-49E9-934B-C326D5968612}" type="parTrans" cxnId="{D9990E24-543C-4D2C-B5FA-E10AF98E2412}">
      <dgm:prSet/>
      <dgm:spPr/>
      <dgm:t>
        <a:bodyPr/>
        <a:lstStyle/>
        <a:p>
          <a:endParaRPr lang="en-US"/>
        </a:p>
      </dgm:t>
    </dgm:pt>
    <dgm:pt modelId="{9BAED52B-F9EB-45BC-8386-B917C8E050AF}" type="sibTrans" cxnId="{D9990E24-543C-4D2C-B5FA-E10AF98E2412}">
      <dgm:prSet/>
      <dgm:spPr/>
      <dgm:t>
        <a:bodyPr/>
        <a:lstStyle/>
        <a:p>
          <a:endParaRPr lang="en-US"/>
        </a:p>
      </dgm:t>
    </dgm:pt>
    <dgm:pt modelId="{C373FF8A-FB43-4357-9F0B-CB756A40841C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Allows runtime inspection of types, methods, and properties.</a:t>
          </a:r>
        </a:p>
      </dgm:t>
    </dgm:pt>
    <dgm:pt modelId="{3D15DCF6-81E9-4F36-B724-A7861B6215AA}" type="sibTrans" cxnId="{BCDC2A17-B184-4C88-AB38-8AD2AA4E890C}">
      <dgm:prSet/>
      <dgm:spPr/>
      <dgm:t>
        <a:bodyPr/>
        <a:lstStyle/>
        <a:p>
          <a:endParaRPr lang="en-US"/>
        </a:p>
      </dgm:t>
    </dgm:pt>
    <dgm:pt modelId="{0995D306-EDB7-4A9D-95DD-9A896DA3A038}" type="parTrans" cxnId="{BCDC2A17-B184-4C88-AB38-8AD2AA4E890C}">
      <dgm:prSet/>
      <dgm:spPr/>
      <dgm:t>
        <a:bodyPr/>
        <a:lstStyle/>
        <a:p>
          <a:endParaRPr lang="en-US"/>
        </a:p>
      </dgm:t>
    </dgm:pt>
    <dgm:pt modelId="{509945BA-4038-4EEF-AF17-0B7A40897660}" type="pres">
      <dgm:prSet presAssocID="{76E149ED-C480-4F2D-A246-9D8FE3812584}" presName="Name0" presStyleCnt="0">
        <dgm:presLayoutVars>
          <dgm:dir/>
          <dgm:animLvl val="lvl"/>
          <dgm:resizeHandles val="exact"/>
        </dgm:presLayoutVars>
      </dgm:prSet>
      <dgm:spPr/>
    </dgm:pt>
    <dgm:pt modelId="{8E872B11-71D1-4971-8165-7A0C117853BF}" type="pres">
      <dgm:prSet presAssocID="{B843EE14-A6A2-43D0-9618-558A5D85DA21}" presName="composite" presStyleCnt="0"/>
      <dgm:spPr/>
    </dgm:pt>
    <dgm:pt modelId="{6A4240AF-7693-4EB3-8825-E54B8F62F649}" type="pres">
      <dgm:prSet presAssocID="{B843EE14-A6A2-43D0-9618-558A5D85DA21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37604267-367B-491E-8816-0C2949CBB152}" type="pres">
      <dgm:prSet presAssocID="{B843EE14-A6A2-43D0-9618-558A5D85DA21}" presName="desTx" presStyleLbl="alignAccFollowNode1" presStyleIdx="0" presStyleCnt="4">
        <dgm:presLayoutVars>
          <dgm:bulletEnabled val="1"/>
        </dgm:presLayoutVars>
      </dgm:prSet>
      <dgm:spPr/>
    </dgm:pt>
    <dgm:pt modelId="{1511AAE1-32F4-4D3D-A5A8-E4AA2801C083}" type="pres">
      <dgm:prSet presAssocID="{63678F55-8D66-4BDF-B3D0-6A3BB5C46CD3}" presName="space" presStyleCnt="0"/>
      <dgm:spPr/>
    </dgm:pt>
    <dgm:pt modelId="{579DA3C7-C077-4765-9149-BD73CCCF721F}" type="pres">
      <dgm:prSet presAssocID="{EA923311-29EC-443C-9687-139D62743C2A}" presName="composite" presStyleCnt="0"/>
      <dgm:spPr/>
    </dgm:pt>
    <dgm:pt modelId="{F8867B21-C967-4318-A238-EDEE4E980444}" type="pres">
      <dgm:prSet presAssocID="{EA923311-29EC-443C-9687-139D62743C2A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66D9FE1C-FF8F-481A-AF2E-0CB4A9FD175E}" type="pres">
      <dgm:prSet presAssocID="{EA923311-29EC-443C-9687-139D62743C2A}" presName="desTx" presStyleLbl="alignAccFollowNode1" presStyleIdx="1" presStyleCnt="4">
        <dgm:presLayoutVars>
          <dgm:bulletEnabled val="1"/>
        </dgm:presLayoutVars>
      </dgm:prSet>
      <dgm:spPr/>
    </dgm:pt>
    <dgm:pt modelId="{915BD9BA-3091-4265-A910-23A5D894941B}" type="pres">
      <dgm:prSet presAssocID="{99384358-4257-43FC-A9D7-4F301A8C65A8}" presName="space" presStyleCnt="0"/>
      <dgm:spPr/>
    </dgm:pt>
    <dgm:pt modelId="{89721275-3121-49B3-A851-7159D87756F2}" type="pres">
      <dgm:prSet presAssocID="{6EDF5201-37AA-4D40-9529-C14C3B1BAA8B}" presName="composite" presStyleCnt="0"/>
      <dgm:spPr/>
    </dgm:pt>
    <dgm:pt modelId="{439DEB4E-5E69-46AD-8E7E-1AADF1E23F35}" type="pres">
      <dgm:prSet presAssocID="{6EDF5201-37AA-4D40-9529-C14C3B1BAA8B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F5C6516F-FDC5-4A09-B9A9-408CAAFB69D0}" type="pres">
      <dgm:prSet presAssocID="{6EDF5201-37AA-4D40-9529-C14C3B1BAA8B}" presName="desTx" presStyleLbl="alignAccFollowNode1" presStyleIdx="2" presStyleCnt="4">
        <dgm:presLayoutVars>
          <dgm:bulletEnabled val="1"/>
        </dgm:presLayoutVars>
      </dgm:prSet>
      <dgm:spPr/>
    </dgm:pt>
    <dgm:pt modelId="{D90CED48-1B93-40F7-8B3C-B1BB9E006FBF}" type="pres">
      <dgm:prSet presAssocID="{6C6D049D-CDBB-4344-810F-B71A2CCFEAAF}" presName="space" presStyleCnt="0"/>
      <dgm:spPr/>
    </dgm:pt>
    <dgm:pt modelId="{C65A7A59-203F-4805-AD50-6E5BA8B43165}" type="pres">
      <dgm:prSet presAssocID="{8B4D2F8F-97AA-4407-A757-0393EA7AD7E3}" presName="composite" presStyleCnt="0"/>
      <dgm:spPr/>
    </dgm:pt>
    <dgm:pt modelId="{D611F4BA-B31F-4DF0-BCDD-003BACDB3C48}" type="pres">
      <dgm:prSet presAssocID="{8B4D2F8F-97AA-4407-A757-0393EA7AD7E3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ADB2C541-2C20-4683-83DD-B7F567E55C99}" type="pres">
      <dgm:prSet presAssocID="{8B4D2F8F-97AA-4407-A757-0393EA7AD7E3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BCDC2A17-B184-4C88-AB38-8AD2AA4E890C}" srcId="{B843EE14-A6A2-43D0-9618-558A5D85DA21}" destId="{C373FF8A-FB43-4357-9F0B-CB756A40841C}" srcOrd="0" destOrd="0" parTransId="{0995D306-EDB7-4A9D-95DD-9A896DA3A038}" sibTransId="{3D15DCF6-81E9-4F36-B724-A7861B6215AA}"/>
    <dgm:cxn modelId="{48E1491F-E6D9-49F4-8ED8-AE0C45FB3EB1}" type="presOf" srcId="{C373FF8A-FB43-4357-9F0B-CB756A40841C}" destId="{37604267-367B-491E-8816-0C2949CBB152}" srcOrd="0" destOrd="0" presId="urn:microsoft.com/office/officeart/2005/8/layout/hList1"/>
    <dgm:cxn modelId="{D9990E24-543C-4D2C-B5FA-E10AF98E2412}" srcId="{8B4D2F8F-97AA-4407-A757-0393EA7AD7E3}" destId="{2A292C60-4618-4190-9585-565B371C6E3F}" srcOrd="0" destOrd="0" parTransId="{E3E7C751-1BE1-49E9-934B-C326D5968612}" sibTransId="{9BAED52B-F9EB-45BC-8386-B917C8E050AF}"/>
    <dgm:cxn modelId="{26AF082D-F064-4EDD-B49D-40D5170CE8A7}" srcId="{6EDF5201-37AA-4D40-9529-C14C3B1BAA8B}" destId="{1FAB9203-CD36-492F-9588-B0214C5D4014}" srcOrd="0" destOrd="0" parTransId="{6A7AE2DC-4798-402B-9D37-DDC9EDFDD3AF}" sibTransId="{85453722-667C-4CDC-A18A-45AD6C146E24}"/>
    <dgm:cxn modelId="{B5B1833F-2FE5-4790-B714-94F4257F48AD}" type="presOf" srcId="{23D197F7-3021-466A-86EE-12BECF48AB63}" destId="{66D9FE1C-FF8F-481A-AF2E-0CB4A9FD175E}" srcOrd="0" destOrd="0" presId="urn:microsoft.com/office/officeart/2005/8/layout/hList1"/>
    <dgm:cxn modelId="{CEA3C561-D6B9-49BC-9DFC-0B802491A616}" type="presOf" srcId="{8B4D2F8F-97AA-4407-A757-0393EA7AD7E3}" destId="{D611F4BA-B31F-4DF0-BCDD-003BACDB3C48}" srcOrd="0" destOrd="0" presId="urn:microsoft.com/office/officeart/2005/8/layout/hList1"/>
    <dgm:cxn modelId="{5B9FFD7D-E3D6-446F-AF87-F125E6F69281}" type="presOf" srcId="{2A292C60-4618-4190-9585-565B371C6E3F}" destId="{ADB2C541-2C20-4683-83DD-B7F567E55C99}" srcOrd="0" destOrd="0" presId="urn:microsoft.com/office/officeart/2005/8/layout/hList1"/>
    <dgm:cxn modelId="{9262C8B5-03DF-4DF9-BFB2-2F2C16C6981C}" type="presOf" srcId="{76E149ED-C480-4F2D-A246-9D8FE3812584}" destId="{509945BA-4038-4EEF-AF17-0B7A40897660}" srcOrd="0" destOrd="0" presId="urn:microsoft.com/office/officeart/2005/8/layout/hList1"/>
    <dgm:cxn modelId="{242FB0BA-9E83-4D5A-861E-815C9F61062C}" type="presOf" srcId="{EA923311-29EC-443C-9687-139D62743C2A}" destId="{F8867B21-C967-4318-A238-EDEE4E980444}" srcOrd="0" destOrd="0" presId="urn:microsoft.com/office/officeart/2005/8/layout/hList1"/>
    <dgm:cxn modelId="{4D89DABD-A24D-4DF1-8878-41C536E1EE34}" type="presOf" srcId="{1FAB9203-CD36-492F-9588-B0214C5D4014}" destId="{F5C6516F-FDC5-4A09-B9A9-408CAAFB69D0}" srcOrd="0" destOrd="0" presId="urn:microsoft.com/office/officeart/2005/8/layout/hList1"/>
    <dgm:cxn modelId="{E146AFBE-D73A-4C88-8DD4-A0E39A9A9187}" srcId="{76E149ED-C480-4F2D-A246-9D8FE3812584}" destId="{8B4D2F8F-97AA-4407-A757-0393EA7AD7E3}" srcOrd="3" destOrd="0" parTransId="{34872815-5B0E-484A-9E27-4E89286E1695}" sibTransId="{B2214205-BB15-4802-A2BA-376133959746}"/>
    <dgm:cxn modelId="{5D06B4C3-C6FA-4831-BDC1-D1D2EB9E7683}" srcId="{76E149ED-C480-4F2D-A246-9D8FE3812584}" destId="{EA923311-29EC-443C-9687-139D62743C2A}" srcOrd="1" destOrd="0" parTransId="{85CE2168-312D-454D-96B0-20AD054D9F6C}" sibTransId="{99384358-4257-43FC-A9D7-4F301A8C65A8}"/>
    <dgm:cxn modelId="{D74F98C8-EB05-411C-9E4B-4EF6F8D89901}" srcId="{EA923311-29EC-443C-9687-139D62743C2A}" destId="{23D197F7-3021-466A-86EE-12BECF48AB63}" srcOrd="0" destOrd="0" parTransId="{C605B1F4-8B1C-4AC8-8714-478E0DA705D3}" sibTransId="{B4952020-7221-4BBE-805F-04058E7E44E8}"/>
    <dgm:cxn modelId="{9AD29BDA-D8BF-453A-A146-9596DB784C8E}" type="presOf" srcId="{6EDF5201-37AA-4D40-9529-C14C3B1BAA8B}" destId="{439DEB4E-5E69-46AD-8E7E-1AADF1E23F35}" srcOrd="0" destOrd="0" presId="urn:microsoft.com/office/officeart/2005/8/layout/hList1"/>
    <dgm:cxn modelId="{2D37F6E2-D80F-4AA5-9841-230BABE30736}" type="presOf" srcId="{B843EE14-A6A2-43D0-9618-558A5D85DA21}" destId="{6A4240AF-7693-4EB3-8825-E54B8F62F649}" srcOrd="0" destOrd="0" presId="urn:microsoft.com/office/officeart/2005/8/layout/hList1"/>
    <dgm:cxn modelId="{A5F9F9EB-8BD5-4FE5-A6C9-9CCCBB238617}" srcId="{76E149ED-C480-4F2D-A246-9D8FE3812584}" destId="{6EDF5201-37AA-4D40-9529-C14C3B1BAA8B}" srcOrd="2" destOrd="0" parTransId="{BE1D14DB-85D6-49CD-9100-5581B3850AC8}" sibTransId="{6C6D049D-CDBB-4344-810F-B71A2CCFEAAF}"/>
    <dgm:cxn modelId="{B8FAA9FC-FAA0-4589-8129-D7C0F49725B6}" srcId="{76E149ED-C480-4F2D-A246-9D8FE3812584}" destId="{B843EE14-A6A2-43D0-9618-558A5D85DA21}" srcOrd="0" destOrd="0" parTransId="{CC796CDA-18CC-4D29-8DC8-444ABB1C1A46}" sibTransId="{63678F55-8D66-4BDF-B3D0-6A3BB5C46CD3}"/>
    <dgm:cxn modelId="{3340947C-43B3-46FC-A0C9-9229DAD7DA31}" type="presParOf" srcId="{509945BA-4038-4EEF-AF17-0B7A40897660}" destId="{8E872B11-71D1-4971-8165-7A0C117853BF}" srcOrd="0" destOrd="0" presId="urn:microsoft.com/office/officeart/2005/8/layout/hList1"/>
    <dgm:cxn modelId="{90538B96-4807-4AB7-878D-0E8F26E9D64F}" type="presParOf" srcId="{8E872B11-71D1-4971-8165-7A0C117853BF}" destId="{6A4240AF-7693-4EB3-8825-E54B8F62F649}" srcOrd="0" destOrd="0" presId="urn:microsoft.com/office/officeart/2005/8/layout/hList1"/>
    <dgm:cxn modelId="{57DB12E8-2DA5-487E-BFBE-2521869E51EF}" type="presParOf" srcId="{8E872B11-71D1-4971-8165-7A0C117853BF}" destId="{37604267-367B-491E-8816-0C2949CBB152}" srcOrd="1" destOrd="0" presId="urn:microsoft.com/office/officeart/2005/8/layout/hList1"/>
    <dgm:cxn modelId="{2531EAF3-10C0-4C51-AB06-46A261DDE244}" type="presParOf" srcId="{509945BA-4038-4EEF-AF17-0B7A40897660}" destId="{1511AAE1-32F4-4D3D-A5A8-E4AA2801C083}" srcOrd="1" destOrd="0" presId="urn:microsoft.com/office/officeart/2005/8/layout/hList1"/>
    <dgm:cxn modelId="{BE6103C6-C5F4-4459-837A-0883021AE4F9}" type="presParOf" srcId="{509945BA-4038-4EEF-AF17-0B7A40897660}" destId="{579DA3C7-C077-4765-9149-BD73CCCF721F}" srcOrd="2" destOrd="0" presId="urn:microsoft.com/office/officeart/2005/8/layout/hList1"/>
    <dgm:cxn modelId="{114CCEF5-7684-407C-B793-DA3D6A22EB13}" type="presParOf" srcId="{579DA3C7-C077-4765-9149-BD73CCCF721F}" destId="{F8867B21-C967-4318-A238-EDEE4E980444}" srcOrd="0" destOrd="0" presId="urn:microsoft.com/office/officeart/2005/8/layout/hList1"/>
    <dgm:cxn modelId="{A5F33441-0971-4E75-817E-67889AE0C48A}" type="presParOf" srcId="{579DA3C7-C077-4765-9149-BD73CCCF721F}" destId="{66D9FE1C-FF8F-481A-AF2E-0CB4A9FD175E}" srcOrd="1" destOrd="0" presId="urn:microsoft.com/office/officeart/2005/8/layout/hList1"/>
    <dgm:cxn modelId="{2018C190-9B65-4D84-BEAE-E2BBF08ADE58}" type="presParOf" srcId="{509945BA-4038-4EEF-AF17-0B7A40897660}" destId="{915BD9BA-3091-4265-A910-23A5D894941B}" srcOrd="3" destOrd="0" presId="urn:microsoft.com/office/officeart/2005/8/layout/hList1"/>
    <dgm:cxn modelId="{3752A09C-0584-46B6-AA07-815427E0E56F}" type="presParOf" srcId="{509945BA-4038-4EEF-AF17-0B7A40897660}" destId="{89721275-3121-49B3-A851-7159D87756F2}" srcOrd="4" destOrd="0" presId="urn:microsoft.com/office/officeart/2005/8/layout/hList1"/>
    <dgm:cxn modelId="{F53366D1-3DE7-4261-AB1E-592DA8152D06}" type="presParOf" srcId="{89721275-3121-49B3-A851-7159D87756F2}" destId="{439DEB4E-5E69-46AD-8E7E-1AADF1E23F35}" srcOrd="0" destOrd="0" presId="urn:microsoft.com/office/officeart/2005/8/layout/hList1"/>
    <dgm:cxn modelId="{770BF8BB-8BF2-4B0B-98B3-C1FE36C63EBB}" type="presParOf" srcId="{89721275-3121-49B3-A851-7159D87756F2}" destId="{F5C6516F-FDC5-4A09-B9A9-408CAAFB69D0}" srcOrd="1" destOrd="0" presId="urn:microsoft.com/office/officeart/2005/8/layout/hList1"/>
    <dgm:cxn modelId="{36F60F97-FFCA-402B-BC89-C40C4AB7CA42}" type="presParOf" srcId="{509945BA-4038-4EEF-AF17-0B7A40897660}" destId="{D90CED48-1B93-40F7-8B3C-B1BB9E006FBF}" srcOrd="5" destOrd="0" presId="urn:microsoft.com/office/officeart/2005/8/layout/hList1"/>
    <dgm:cxn modelId="{265CE5A7-146C-41E9-B692-71453A9896FC}" type="presParOf" srcId="{509945BA-4038-4EEF-AF17-0B7A40897660}" destId="{C65A7A59-203F-4805-AD50-6E5BA8B43165}" srcOrd="6" destOrd="0" presId="urn:microsoft.com/office/officeart/2005/8/layout/hList1"/>
    <dgm:cxn modelId="{250184BE-1963-4C02-89E9-C61D28363C36}" type="presParOf" srcId="{C65A7A59-203F-4805-AD50-6E5BA8B43165}" destId="{D611F4BA-B31F-4DF0-BCDD-003BACDB3C48}" srcOrd="0" destOrd="0" presId="urn:microsoft.com/office/officeart/2005/8/layout/hList1"/>
    <dgm:cxn modelId="{5FE75186-D1BB-41BC-8868-C94924B3E2A3}" type="presParOf" srcId="{C65A7A59-203F-4805-AD50-6E5BA8B43165}" destId="{ADB2C541-2C20-4683-83DD-B7F567E55C9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3B7A7FF-F602-422D-A239-A817E0D2E55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2E5FDEE-37D3-445C-88C8-2FCC55F00637}">
      <dgm:prSet/>
      <dgm:spPr/>
      <dgm:t>
        <a:bodyPr/>
        <a:lstStyle/>
        <a:p>
          <a:r>
            <a:rPr lang="en-US" b="0" i="0"/>
            <a:t>Improved Performance</a:t>
          </a:r>
          <a:endParaRPr lang="en-US"/>
        </a:p>
      </dgm:t>
    </dgm:pt>
    <dgm:pt modelId="{229B790F-BB5E-4E7B-8F7D-F41CC4ACD6E0}" type="parTrans" cxnId="{79942392-90B5-4102-9C46-BC80B76A4407}">
      <dgm:prSet/>
      <dgm:spPr/>
      <dgm:t>
        <a:bodyPr/>
        <a:lstStyle/>
        <a:p>
          <a:endParaRPr lang="en-US"/>
        </a:p>
      </dgm:t>
    </dgm:pt>
    <dgm:pt modelId="{64D0F4B5-ED8B-4A85-89F1-D658D55DE083}" type="sibTrans" cxnId="{79942392-90B5-4102-9C46-BC80B76A4407}">
      <dgm:prSet/>
      <dgm:spPr/>
      <dgm:t>
        <a:bodyPr/>
        <a:lstStyle/>
        <a:p>
          <a:endParaRPr lang="en-US"/>
        </a:p>
      </dgm:t>
    </dgm:pt>
    <dgm:pt modelId="{64C621E9-FA8A-41B0-AFB0-689D685CFC5C}">
      <dgm:prSet/>
      <dgm:spPr/>
      <dgm:t>
        <a:bodyPr/>
        <a:lstStyle/>
        <a:p>
          <a:r>
            <a:rPr lang="en-US" b="0" i="0"/>
            <a:t>Reduced Startup Time</a:t>
          </a:r>
          <a:endParaRPr lang="en-US"/>
        </a:p>
      </dgm:t>
    </dgm:pt>
    <dgm:pt modelId="{B182424B-DDA2-4839-BE0A-B655E396E599}" type="parTrans" cxnId="{200C9C59-A7B2-4FA7-BC0F-FD35E3F5AC50}">
      <dgm:prSet/>
      <dgm:spPr/>
      <dgm:t>
        <a:bodyPr/>
        <a:lstStyle/>
        <a:p>
          <a:endParaRPr lang="en-US"/>
        </a:p>
      </dgm:t>
    </dgm:pt>
    <dgm:pt modelId="{77E026EC-A80C-4EFD-B4C9-E54391A47B70}" type="sibTrans" cxnId="{200C9C59-A7B2-4FA7-BC0F-FD35E3F5AC50}">
      <dgm:prSet/>
      <dgm:spPr/>
      <dgm:t>
        <a:bodyPr/>
        <a:lstStyle/>
        <a:p>
          <a:endParaRPr lang="en-US"/>
        </a:p>
      </dgm:t>
    </dgm:pt>
    <dgm:pt modelId="{18239F8C-1EE4-410A-ABB1-1C70BCB039B8}">
      <dgm:prSet/>
      <dgm:spPr/>
      <dgm:t>
        <a:bodyPr/>
        <a:lstStyle/>
        <a:p>
          <a:r>
            <a:rPr lang="en-US" b="0" i="0"/>
            <a:t>Smaller deployment size through tree shaking</a:t>
          </a:r>
          <a:endParaRPr lang="en-US"/>
        </a:p>
      </dgm:t>
    </dgm:pt>
    <dgm:pt modelId="{1EE628F9-5CB7-440A-B1D2-1687E426287A}" type="parTrans" cxnId="{434DF337-AC39-4180-8F17-44083A3FD795}">
      <dgm:prSet/>
      <dgm:spPr/>
      <dgm:t>
        <a:bodyPr/>
        <a:lstStyle/>
        <a:p>
          <a:endParaRPr lang="en-US"/>
        </a:p>
      </dgm:t>
    </dgm:pt>
    <dgm:pt modelId="{2FFBAE1E-04A5-45B4-AB6F-3FA71C1BD219}" type="sibTrans" cxnId="{434DF337-AC39-4180-8F17-44083A3FD795}">
      <dgm:prSet/>
      <dgm:spPr/>
      <dgm:t>
        <a:bodyPr/>
        <a:lstStyle/>
        <a:p>
          <a:endParaRPr lang="en-US"/>
        </a:p>
      </dgm:t>
    </dgm:pt>
    <dgm:pt modelId="{0674EDDA-50D8-4552-89BE-B2D7B2EC199E}">
      <dgm:prSet/>
      <dgm:spPr/>
      <dgm:t>
        <a:bodyPr/>
        <a:lstStyle/>
        <a:p>
          <a:r>
            <a:rPr lang="en-US" b="0" i="0"/>
            <a:t>Requires no runtime evaluation/reflection.</a:t>
          </a:r>
          <a:endParaRPr lang="en-US"/>
        </a:p>
      </dgm:t>
    </dgm:pt>
    <dgm:pt modelId="{73614FED-C9D9-47CA-8F23-1F9DAD85029A}" type="parTrans" cxnId="{0C282D15-225A-4174-B3D6-026846FA4479}">
      <dgm:prSet/>
      <dgm:spPr/>
      <dgm:t>
        <a:bodyPr/>
        <a:lstStyle/>
        <a:p>
          <a:endParaRPr lang="en-US"/>
        </a:p>
      </dgm:t>
    </dgm:pt>
    <dgm:pt modelId="{FD6F6782-58FF-4957-9146-6BB95B90CF18}" type="sibTrans" cxnId="{0C282D15-225A-4174-B3D6-026846FA4479}">
      <dgm:prSet/>
      <dgm:spPr/>
      <dgm:t>
        <a:bodyPr/>
        <a:lstStyle/>
        <a:p>
          <a:endParaRPr lang="en-US"/>
        </a:p>
      </dgm:t>
    </dgm:pt>
    <dgm:pt modelId="{F74F0420-12F2-406C-92A4-27D686D4B53D}" type="pres">
      <dgm:prSet presAssocID="{D3B7A7FF-F602-422D-A239-A817E0D2E552}" presName="root" presStyleCnt="0">
        <dgm:presLayoutVars>
          <dgm:dir/>
          <dgm:resizeHandles val="exact"/>
        </dgm:presLayoutVars>
      </dgm:prSet>
      <dgm:spPr/>
    </dgm:pt>
    <dgm:pt modelId="{1E6C2500-11C3-4C67-A2CC-FA6E6CCA99A2}" type="pres">
      <dgm:prSet presAssocID="{D2E5FDEE-37D3-445C-88C8-2FCC55F00637}" presName="compNode" presStyleCnt="0"/>
      <dgm:spPr/>
    </dgm:pt>
    <dgm:pt modelId="{8A9C2940-1122-4D4F-B8F1-9AFC410EFB33}" type="pres">
      <dgm:prSet presAssocID="{D2E5FDEE-37D3-445C-88C8-2FCC55F00637}" presName="bgRect" presStyleLbl="bgShp" presStyleIdx="0" presStyleCnt="4"/>
      <dgm:spPr/>
    </dgm:pt>
    <dgm:pt modelId="{3F3C02BD-9509-409F-ADE5-CE979AEBB611}" type="pres">
      <dgm:prSet presAssocID="{D2E5FDEE-37D3-445C-88C8-2FCC55F00637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727C961D-8FD0-4BC1-B100-AD0FE0D1A4FD}" type="pres">
      <dgm:prSet presAssocID="{D2E5FDEE-37D3-445C-88C8-2FCC55F00637}" presName="spaceRect" presStyleCnt="0"/>
      <dgm:spPr/>
    </dgm:pt>
    <dgm:pt modelId="{B60777BB-C1D0-4658-AAFE-FC0EEA716D18}" type="pres">
      <dgm:prSet presAssocID="{D2E5FDEE-37D3-445C-88C8-2FCC55F00637}" presName="parTx" presStyleLbl="revTx" presStyleIdx="0" presStyleCnt="4">
        <dgm:presLayoutVars>
          <dgm:chMax val="0"/>
          <dgm:chPref val="0"/>
        </dgm:presLayoutVars>
      </dgm:prSet>
      <dgm:spPr/>
    </dgm:pt>
    <dgm:pt modelId="{65F98B0E-0B17-443C-98D5-B59A10E8BBF2}" type="pres">
      <dgm:prSet presAssocID="{64D0F4B5-ED8B-4A85-89F1-D658D55DE083}" presName="sibTrans" presStyleCnt="0"/>
      <dgm:spPr/>
    </dgm:pt>
    <dgm:pt modelId="{7C5670E6-6067-4623-8734-46EEDE53D27C}" type="pres">
      <dgm:prSet presAssocID="{64C621E9-FA8A-41B0-AFB0-689D685CFC5C}" presName="compNode" presStyleCnt="0"/>
      <dgm:spPr/>
    </dgm:pt>
    <dgm:pt modelId="{7F1E1AC9-B76C-4775-9303-8890B1D0F37E}" type="pres">
      <dgm:prSet presAssocID="{64C621E9-FA8A-41B0-AFB0-689D685CFC5C}" presName="bgRect" presStyleLbl="bgShp" presStyleIdx="1" presStyleCnt="4"/>
      <dgm:spPr/>
    </dgm:pt>
    <dgm:pt modelId="{D345AE3A-9F08-4176-9E9F-CAF098BC20CF}" type="pres">
      <dgm:prSet presAssocID="{64C621E9-FA8A-41B0-AFB0-689D685CFC5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9EA81270-4A3F-4B78-BC55-FBAF3A841935}" type="pres">
      <dgm:prSet presAssocID="{64C621E9-FA8A-41B0-AFB0-689D685CFC5C}" presName="spaceRect" presStyleCnt="0"/>
      <dgm:spPr/>
    </dgm:pt>
    <dgm:pt modelId="{C76BA91A-F969-4F52-A8C9-154F71E88653}" type="pres">
      <dgm:prSet presAssocID="{64C621E9-FA8A-41B0-AFB0-689D685CFC5C}" presName="parTx" presStyleLbl="revTx" presStyleIdx="1" presStyleCnt="4">
        <dgm:presLayoutVars>
          <dgm:chMax val="0"/>
          <dgm:chPref val="0"/>
        </dgm:presLayoutVars>
      </dgm:prSet>
      <dgm:spPr/>
    </dgm:pt>
    <dgm:pt modelId="{4F70474F-B9E6-4E4D-A805-ED3573FC2601}" type="pres">
      <dgm:prSet presAssocID="{77E026EC-A80C-4EFD-B4C9-E54391A47B70}" presName="sibTrans" presStyleCnt="0"/>
      <dgm:spPr/>
    </dgm:pt>
    <dgm:pt modelId="{B59C18BF-A037-4AF7-9603-E262FB760ACB}" type="pres">
      <dgm:prSet presAssocID="{18239F8C-1EE4-410A-ABB1-1C70BCB039B8}" presName="compNode" presStyleCnt="0"/>
      <dgm:spPr/>
    </dgm:pt>
    <dgm:pt modelId="{E3140887-B236-46A1-9ADB-B9BE5619C537}" type="pres">
      <dgm:prSet presAssocID="{18239F8C-1EE4-410A-ABB1-1C70BCB039B8}" presName="bgRect" presStyleLbl="bgShp" presStyleIdx="2" presStyleCnt="4"/>
      <dgm:spPr/>
    </dgm:pt>
    <dgm:pt modelId="{1BBFFE5D-E211-4E06-AA11-A320D1A8660F}" type="pres">
      <dgm:prSet presAssocID="{18239F8C-1EE4-410A-ABB1-1C70BCB039B8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EC344D4F-969D-46C9-8068-1D7A737776D2}" type="pres">
      <dgm:prSet presAssocID="{18239F8C-1EE4-410A-ABB1-1C70BCB039B8}" presName="spaceRect" presStyleCnt="0"/>
      <dgm:spPr/>
    </dgm:pt>
    <dgm:pt modelId="{E59DD956-E752-4265-AED8-F5D4449E71E5}" type="pres">
      <dgm:prSet presAssocID="{18239F8C-1EE4-410A-ABB1-1C70BCB039B8}" presName="parTx" presStyleLbl="revTx" presStyleIdx="2" presStyleCnt="4">
        <dgm:presLayoutVars>
          <dgm:chMax val="0"/>
          <dgm:chPref val="0"/>
        </dgm:presLayoutVars>
      </dgm:prSet>
      <dgm:spPr/>
    </dgm:pt>
    <dgm:pt modelId="{32B239E4-E2C9-40B8-AD57-0C9EDFB89321}" type="pres">
      <dgm:prSet presAssocID="{2FFBAE1E-04A5-45B4-AB6F-3FA71C1BD219}" presName="sibTrans" presStyleCnt="0"/>
      <dgm:spPr/>
    </dgm:pt>
    <dgm:pt modelId="{9E55D86B-9D6A-41D3-B2B1-06AE533E7B0E}" type="pres">
      <dgm:prSet presAssocID="{0674EDDA-50D8-4552-89BE-B2D7B2EC199E}" presName="compNode" presStyleCnt="0"/>
      <dgm:spPr/>
    </dgm:pt>
    <dgm:pt modelId="{822B4F63-339C-4AD8-A706-CF39583BA115}" type="pres">
      <dgm:prSet presAssocID="{0674EDDA-50D8-4552-89BE-B2D7B2EC199E}" presName="bgRect" presStyleLbl="bgShp" presStyleIdx="3" presStyleCnt="4"/>
      <dgm:spPr/>
    </dgm:pt>
    <dgm:pt modelId="{4DEA513B-B9AC-4DEA-B0B0-97D7F5727167}" type="pres">
      <dgm:prSet presAssocID="{0674EDDA-50D8-4552-89BE-B2D7B2EC199E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D3850A47-90B0-4933-83FD-ECD63ADFB7B6}" type="pres">
      <dgm:prSet presAssocID="{0674EDDA-50D8-4552-89BE-B2D7B2EC199E}" presName="spaceRect" presStyleCnt="0"/>
      <dgm:spPr/>
    </dgm:pt>
    <dgm:pt modelId="{7FD1362C-57A8-468D-B3D4-50D5A2769EE8}" type="pres">
      <dgm:prSet presAssocID="{0674EDDA-50D8-4552-89BE-B2D7B2EC199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C282D15-225A-4174-B3D6-026846FA4479}" srcId="{D3B7A7FF-F602-422D-A239-A817E0D2E552}" destId="{0674EDDA-50D8-4552-89BE-B2D7B2EC199E}" srcOrd="3" destOrd="0" parTransId="{73614FED-C9D9-47CA-8F23-1F9DAD85029A}" sibTransId="{FD6F6782-58FF-4957-9146-6BB95B90CF18}"/>
    <dgm:cxn modelId="{DEC2062E-0418-4DF8-9185-5A7F3C35E8FC}" type="presOf" srcId="{0674EDDA-50D8-4552-89BE-B2D7B2EC199E}" destId="{7FD1362C-57A8-468D-B3D4-50D5A2769EE8}" srcOrd="0" destOrd="0" presId="urn:microsoft.com/office/officeart/2018/2/layout/IconVerticalSolidList"/>
    <dgm:cxn modelId="{23F35532-429D-46DE-BE84-C714830E89A8}" type="presOf" srcId="{D3B7A7FF-F602-422D-A239-A817E0D2E552}" destId="{F74F0420-12F2-406C-92A4-27D686D4B53D}" srcOrd="0" destOrd="0" presId="urn:microsoft.com/office/officeart/2018/2/layout/IconVerticalSolidList"/>
    <dgm:cxn modelId="{434DF337-AC39-4180-8F17-44083A3FD795}" srcId="{D3B7A7FF-F602-422D-A239-A817E0D2E552}" destId="{18239F8C-1EE4-410A-ABB1-1C70BCB039B8}" srcOrd="2" destOrd="0" parTransId="{1EE628F9-5CB7-440A-B1D2-1687E426287A}" sibTransId="{2FFBAE1E-04A5-45B4-AB6F-3FA71C1BD219}"/>
    <dgm:cxn modelId="{8567E466-93B1-448C-A40D-67725FBEEC46}" type="presOf" srcId="{18239F8C-1EE4-410A-ABB1-1C70BCB039B8}" destId="{E59DD956-E752-4265-AED8-F5D4449E71E5}" srcOrd="0" destOrd="0" presId="urn:microsoft.com/office/officeart/2018/2/layout/IconVerticalSolidList"/>
    <dgm:cxn modelId="{200C9C59-A7B2-4FA7-BC0F-FD35E3F5AC50}" srcId="{D3B7A7FF-F602-422D-A239-A817E0D2E552}" destId="{64C621E9-FA8A-41B0-AFB0-689D685CFC5C}" srcOrd="1" destOrd="0" parTransId="{B182424B-DDA2-4839-BE0A-B655E396E599}" sibTransId="{77E026EC-A80C-4EFD-B4C9-E54391A47B70}"/>
    <dgm:cxn modelId="{BE621A7E-7956-4619-9BB8-16B825A7DA47}" type="presOf" srcId="{D2E5FDEE-37D3-445C-88C8-2FCC55F00637}" destId="{B60777BB-C1D0-4658-AAFE-FC0EEA716D18}" srcOrd="0" destOrd="0" presId="urn:microsoft.com/office/officeart/2018/2/layout/IconVerticalSolidList"/>
    <dgm:cxn modelId="{79942392-90B5-4102-9C46-BC80B76A4407}" srcId="{D3B7A7FF-F602-422D-A239-A817E0D2E552}" destId="{D2E5FDEE-37D3-445C-88C8-2FCC55F00637}" srcOrd="0" destOrd="0" parTransId="{229B790F-BB5E-4E7B-8F7D-F41CC4ACD6E0}" sibTransId="{64D0F4B5-ED8B-4A85-89F1-D658D55DE083}"/>
    <dgm:cxn modelId="{A48CE29E-8A72-462B-AF0D-6188979FDC59}" type="presOf" srcId="{64C621E9-FA8A-41B0-AFB0-689D685CFC5C}" destId="{C76BA91A-F969-4F52-A8C9-154F71E88653}" srcOrd="0" destOrd="0" presId="urn:microsoft.com/office/officeart/2018/2/layout/IconVerticalSolidList"/>
    <dgm:cxn modelId="{B3A95056-C33D-4F08-B82E-D8456C9178C6}" type="presParOf" srcId="{F74F0420-12F2-406C-92A4-27D686D4B53D}" destId="{1E6C2500-11C3-4C67-A2CC-FA6E6CCA99A2}" srcOrd="0" destOrd="0" presId="urn:microsoft.com/office/officeart/2018/2/layout/IconVerticalSolidList"/>
    <dgm:cxn modelId="{02322CCE-700A-41F1-89C5-121D8169A948}" type="presParOf" srcId="{1E6C2500-11C3-4C67-A2CC-FA6E6CCA99A2}" destId="{8A9C2940-1122-4D4F-B8F1-9AFC410EFB33}" srcOrd="0" destOrd="0" presId="urn:microsoft.com/office/officeart/2018/2/layout/IconVerticalSolidList"/>
    <dgm:cxn modelId="{9077E1C7-E263-4604-B0F7-60A83DF25ED7}" type="presParOf" srcId="{1E6C2500-11C3-4C67-A2CC-FA6E6CCA99A2}" destId="{3F3C02BD-9509-409F-ADE5-CE979AEBB611}" srcOrd="1" destOrd="0" presId="urn:microsoft.com/office/officeart/2018/2/layout/IconVerticalSolidList"/>
    <dgm:cxn modelId="{BE1ED5FF-F235-4FB2-8F37-C1B13737AB83}" type="presParOf" srcId="{1E6C2500-11C3-4C67-A2CC-FA6E6CCA99A2}" destId="{727C961D-8FD0-4BC1-B100-AD0FE0D1A4FD}" srcOrd="2" destOrd="0" presId="urn:microsoft.com/office/officeart/2018/2/layout/IconVerticalSolidList"/>
    <dgm:cxn modelId="{EB13204C-A001-40F5-94BA-F8E5402982B4}" type="presParOf" srcId="{1E6C2500-11C3-4C67-A2CC-FA6E6CCA99A2}" destId="{B60777BB-C1D0-4658-AAFE-FC0EEA716D18}" srcOrd="3" destOrd="0" presId="urn:microsoft.com/office/officeart/2018/2/layout/IconVerticalSolidList"/>
    <dgm:cxn modelId="{A5816E53-D0D3-4317-BF2E-CAFAA53BB032}" type="presParOf" srcId="{F74F0420-12F2-406C-92A4-27D686D4B53D}" destId="{65F98B0E-0B17-443C-98D5-B59A10E8BBF2}" srcOrd="1" destOrd="0" presId="urn:microsoft.com/office/officeart/2018/2/layout/IconVerticalSolidList"/>
    <dgm:cxn modelId="{2F5176C8-CD72-4B41-8AF6-7AAE879D69EE}" type="presParOf" srcId="{F74F0420-12F2-406C-92A4-27D686D4B53D}" destId="{7C5670E6-6067-4623-8734-46EEDE53D27C}" srcOrd="2" destOrd="0" presId="urn:microsoft.com/office/officeart/2018/2/layout/IconVerticalSolidList"/>
    <dgm:cxn modelId="{9B587545-3CC8-4127-8883-6D022D38FB17}" type="presParOf" srcId="{7C5670E6-6067-4623-8734-46EEDE53D27C}" destId="{7F1E1AC9-B76C-4775-9303-8890B1D0F37E}" srcOrd="0" destOrd="0" presId="urn:microsoft.com/office/officeart/2018/2/layout/IconVerticalSolidList"/>
    <dgm:cxn modelId="{D3889887-B4FD-46B5-A7C8-DD6DE29AEA14}" type="presParOf" srcId="{7C5670E6-6067-4623-8734-46EEDE53D27C}" destId="{D345AE3A-9F08-4176-9E9F-CAF098BC20CF}" srcOrd="1" destOrd="0" presId="urn:microsoft.com/office/officeart/2018/2/layout/IconVerticalSolidList"/>
    <dgm:cxn modelId="{7A54F3B2-9F88-45F5-85EA-2339FD127620}" type="presParOf" srcId="{7C5670E6-6067-4623-8734-46EEDE53D27C}" destId="{9EA81270-4A3F-4B78-BC55-FBAF3A841935}" srcOrd="2" destOrd="0" presId="urn:microsoft.com/office/officeart/2018/2/layout/IconVerticalSolidList"/>
    <dgm:cxn modelId="{512AEE03-B226-4B0A-8222-C60058EB79AB}" type="presParOf" srcId="{7C5670E6-6067-4623-8734-46EEDE53D27C}" destId="{C76BA91A-F969-4F52-A8C9-154F71E88653}" srcOrd="3" destOrd="0" presId="urn:microsoft.com/office/officeart/2018/2/layout/IconVerticalSolidList"/>
    <dgm:cxn modelId="{347C4900-AE4F-4EE9-9405-A1364AF00411}" type="presParOf" srcId="{F74F0420-12F2-406C-92A4-27D686D4B53D}" destId="{4F70474F-B9E6-4E4D-A805-ED3573FC2601}" srcOrd="3" destOrd="0" presId="urn:microsoft.com/office/officeart/2018/2/layout/IconVerticalSolidList"/>
    <dgm:cxn modelId="{53A438C1-2246-4E26-80D4-F279600F783A}" type="presParOf" srcId="{F74F0420-12F2-406C-92A4-27D686D4B53D}" destId="{B59C18BF-A037-4AF7-9603-E262FB760ACB}" srcOrd="4" destOrd="0" presId="urn:microsoft.com/office/officeart/2018/2/layout/IconVerticalSolidList"/>
    <dgm:cxn modelId="{CE5819C8-30D5-48A3-8112-F9C8E22BA7EC}" type="presParOf" srcId="{B59C18BF-A037-4AF7-9603-E262FB760ACB}" destId="{E3140887-B236-46A1-9ADB-B9BE5619C537}" srcOrd="0" destOrd="0" presId="urn:microsoft.com/office/officeart/2018/2/layout/IconVerticalSolidList"/>
    <dgm:cxn modelId="{5792131D-D6CF-416C-9AC5-EA9B9FB14D95}" type="presParOf" srcId="{B59C18BF-A037-4AF7-9603-E262FB760ACB}" destId="{1BBFFE5D-E211-4E06-AA11-A320D1A8660F}" srcOrd="1" destOrd="0" presId="urn:microsoft.com/office/officeart/2018/2/layout/IconVerticalSolidList"/>
    <dgm:cxn modelId="{45C156C3-744D-4F4C-97D8-1721BEFD8943}" type="presParOf" srcId="{B59C18BF-A037-4AF7-9603-E262FB760ACB}" destId="{EC344D4F-969D-46C9-8068-1D7A737776D2}" srcOrd="2" destOrd="0" presId="urn:microsoft.com/office/officeart/2018/2/layout/IconVerticalSolidList"/>
    <dgm:cxn modelId="{3DB8197F-6E2A-4A39-8527-7247FC5C7659}" type="presParOf" srcId="{B59C18BF-A037-4AF7-9603-E262FB760ACB}" destId="{E59DD956-E752-4265-AED8-F5D4449E71E5}" srcOrd="3" destOrd="0" presId="urn:microsoft.com/office/officeart/2018/2/layout/IconVerticalSolidList"/>
    <dgm:cxn modelId="{3BF24299-A13D-4B22-B3A9-BB2324C6D99F}" type="presParOf" srcId="{F74F0420-12F2-406C-92A4-27D686D4B53D}" destId="{32B239E4-E2C9-40B8-AD57-0C9EDFB89321}" srcOrd="5" destOrd="0" presId="urn:microsoft.com/office/officeart/2018/2/layout/IconVerticalSolidList"/>
    <dgm:cxn modelId="{E77EC718-E48D-41F0-8F71-61D00BAE1850}" type="presParOf" srcId="{F74F0420-12F2-406C-92A4-27D686D4B53D}" destId="{9E55D86B-9D6A-41D3-B2B1-06AE533E7B0E}" srcOrd="6" destOrd="0" presId="urn:microsoft.com/office/officeart/2018/2/layout/IconVerticalSolidList"/>
    <dgm:cxn modelId="{435A522F-FBF4-4D81-A8DB-299933391908}" type="presParOf" srcId="{9E55D86B-9D6A-41D3-B2B1-06AE533E7B0E}" destId="{822B4F63-339C-4AD8-A706-CF39583BA115}" srcOrd="0" destOrd="0" presId="urn:microsoft.com/office/officeart/2018/2/layout/IconVerticalSolidList"/>
    <dgm:cxn modelId="{ACD126CA-BEEC-403C-931F-F41BB115E409}" type="presParOf" srcId="{9E55D86B-9D6A-41D3-B2B1-06AE533E7B0E}" destId="{4DEA513B-B9AC-4DEA-B0B0-97D7F5727167}" srcOrd="1" destOrd="0" presId="urn:microsoft.com/office/officeart/2018/2/layout/IconVerticalSolidList"/>
    <dgm:cxn modelId="{49D11FA3-3186-4FAB-8096-F0F9ED050A3F}" type="presParOf" srcId="{9E55D86B-9D6A-41D3-B2B1-06AE533E7B0E}" destId="{D3850A47-90B0-4933-83FD-ECD63ADFB7B6}" srcOrd="2" destOrd="0" presId="urn:microsoft.com/office/officeart/2018/2/layout/IconVerticalSolidList"/>
    <dgm:cxn modelId="{2C7713F5-6633-49F9-AC6A-95A06ECE631C}" type="presParOf" srcId="{9E55D86B-9D6A-41D3-B2B1-06AE533E7B0E}" destId="{7FD1362C-57A8-468D-B3D4-50D5A2769EE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35A069-A8CA-4EB0-B05F-A8D7E00BDD2E}">
      <dsp:nvSpPr>
        <dsp:cNvPr id="0" name=""/>
        <dsp:cNvSpPr/>
      </dsp:nvSpPr>
      <dsp:spPr>
        <a:xfrm>
          <a:off x="0" y="3096"/>
          <a:ext cx="4872038" cy="72059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A8AC3E-D33A-4B9E-A76C-53E654734EB3}">
      <dsp:nvSpPr>
        <dsp:cNvPr id="0" name=""/>
        <dsp:cNvSpPr/>
      </dsp:nvSpPr>
      <dsp:spPr>
        <a:xfrm>
          <a:off x="217978" y="165229"/>
          <a:ext cx="396325" cy="3963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CAED32-7118-46C6-B77B-1414C9CE19C9}">
      <dsp:nvSpPr>
        <dsp:cNvPr id="0" name=""/>
        <dsp:cNvSpPr/>
      </dsp:nvSpPr>
      <dsp:spPr>
        <a:xfrm>
          <a:off x="832282" y="3096"/>
          <a:ext cx="2192417" cy="720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63" tIns="76263" rIns="76263" bIns="7626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Code generation</a:t>
          </a:r>
          <a:r>
            <a:rPr lang="en-US" sz="1400" kern="1200"/>
            <a:t>:</a:t>
          </a:r>
        </a:p>
      </dsp:txBody>
      <dsp:txXfrm>
        <a:off x="832282" y="3096"/>
        <a:ext cx="2192417" cy="720591"/>
      </dsp:txXfrm>
    </dsp:sp>
    <dsp:sp modelId="{0AB4A38F-EF92-4202-9B5B-E5BC09E32DE8}">
      <dsp:nvSpPr>
        <dsp:cNvPr id="0" name=""/>
        <dsp:cNvSpPr/>
      </dsp:nvSpPr>
      <dsp:spPr>
        <a:xfrm>
          <a:off x="3024699" y="3096"/>
          <a:ext cx="1846524" cy="720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63" tIns="76263" rIns="76263" bIns="76263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Automatically producing source code based on templates or rules.</a:t>
          </a:r>
        </a:p>
      </dsp:txBody>
      <dsp:txXfrm>
        <a:off x="3024699" y="3096"/>
        <a:ext cx="1846524" cy="720591"/>
      </dsp:txXfrm>
    </dsp:sp>
    <dsp:sp modelId="{686EDAE5-F722-462C-9BE5-E4D91F0736D6}">
      <dsp:nvSpPr>
        <dsp:cNvPr id="0" name=""/>
        <dsp:cNvSpPr/>
      </dsp:nvSpPr>
      <dsp:spPr>
        <a:xfrm>
          <a:off x="0" y="903834"/>
          <a:ext cx="4872038" cy="72059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421C1B-6CE2-4610-9B3C-F1EBB7C17D84}">
      <dsp:nvSpPr>
        <dsp:cNvPr id="0" name=""/>
        <dsp:cNvSpPr/>
      </dsp:nvSpPr>
      <dsp:spPr>
        <a:xfrm>
          <a:off x="217978" y="1065967"/>
          <a:ext cx="396325" cy="3963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00FD99-E6BE-4150-A972-DAC5D109A531}">
      <dsp:nvSpPr>
        <dsp:cNvPr id="0" name=""/>
        <dsp:cNvSpPr/>
      </dsp:nvSpPr>
      <dsp:spPr>
        <a:xfrm>
          <a:off x="832282" y="903834"/>
          <a:ext cx="2192417" cy="720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63" tIns="76263" rIns="76263" bIns="7626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Reflection</a:t>
          </a:r>
          <a:r>
            <a:rPr lang="en-US" sz="1400" kern="1200" dirty="0"/>
            <a:t>:</a:t>
          </a:r>
        </a:p>
      </dsp:txBody>
      <dsp:txXfrm>
        <a:off x="832282" y="903834"/>
        <a:ext cx="2192417" cy="720591"/>
      </dsp:txXfrm>
    </dsp:sp>
    <dsp:sp modelId="{FDC48BC5-61E0-4420-B023-288F1BAFE10B}">
      <dsp:nvSpPr>
        <dsp:cNvPr id="0" name=""/>
        <dsp:cNvSpPr/>
      </dsp:nvSpPr>
      <dsp:spPr>
        <a:xfrm>
          <a:off x="3024699" y="903834"/>
          <a:ext cx="1846524" cy="720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63" tIns="76263" rIns="76263" bIns="76263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Inspecting and interacting with code structures (types, methods, etc.) at runtime.</a:t>
          </a:r>
        </a:p>
      </dsp:txBody>
      <dsp:txXfrm>
        <a:off x="3024699" y="903834"/>
        <a:ext cx="1846524" cy="720591"/>
      </dsp:txXfrm>
    </dsp:sp>
    <dsp:sp modelId="{8F8881A7-5F40-4454-A867-D0E177707F63}">
      <dsp:nvSpPr>
        <dsp:cNvPr id="0" name=""/>
        <dsp:cNvSpPr/>
      </dsp:nvSpPr>
      <dsp:spPr>
        <a:xfrm>
          <a:off x="0" y="1804573"/>
          <a:ext cx="4872038" cy="72059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BB3128-751A-485B-8DBB-02994EC4A209}">
      <dsp:nvSpPr>
        <dsp:cNvPr id="0" name=""/>
        <dsp:cNvSpPr/>
      </dsp:nvSpPr>
      <dsp:spPr>
        <a:xfrm>
          <a:off x="217978" y="1966706"/>
          <a:ext cx="396325" cy="3963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1F77C3-DCE3-4ABA-8383-9A4F6DBEF010}">
      <dsp:nvSpPr>
        <dsp:cNvPr id="0" name=""/>
        <dsp:cNvSpPr/>
      </dsp:nvSpPr>
      <dsp:spPr>
        <a:xfrm>
          <a:off x="832282" y="1804573"/>
          <a:ext cx="2192417" cy="720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63" tIns="76263" rIns="76263" bIns="7626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Macros</a:t>
          </a:r>
          <a:r>
            <a:rPr lang="en-US" sz="1400" kern="1200" dirty="0"/>
            <a:t>:</a:t>
          </a:r>
        </a:p>
      </dsp:txBody>
      <dsp:txXfrm>
        <a:off x="832282" y="1804573"/>
        <a:ext cx="2192417" cy="720591"/>
      </dsp:txXfrm>
    </dsp:sp>
    <dsp:sp modelId="{12AEC1A8-A894-40E3-B399-1F8772FE8390}">
      <dsp:nvSpPr>
        <dsp:cNvPr id="0" name=""/>
        <dsp:cNvSpPr/>
      </dsp:nvSpPr>
      <dsp:spPr>
        <a:xfrm>
          <a:off x="3024699" y="1804573"/>
          <a:ext cx="1846524" cy="720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63" tIns="76263" rIns="76263" bIns="76263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Preprocessing code before compilation (common in languages like C or Lisp).</a:t>
          </a:r>
        </a:p>
      </dsp:txBody>
      <dsp:txXfrm>
        <a:off x="3024699" y="1804573"/>
        <a:ext cx="1846524" cy="720591"/>
      </dsp:txXfrm>
    </dsp:sp>
    <dsp:sp modelId="{3E170290-95A4-4902-9BA6-CA3350A59467}">
      <dsp:nvSpPr>
        <dsp:cNvPr id="0" name=""/>
        <dsp:cNvSpPr/>
      </dsp:nvSpPr>
      <dsp:spPr>
        <a:xfrm>
          <a:off x="0" y="2705312"/>
          <a:ext cx="4872038" cy="72059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9E29AB-55F1-4E22-B786-FB095A1B6548}">
      <dsp:nvSpPr>
        <dsp:cNvPr id="0" name=""/>
        <dsp:cNvSpPr/>
      </dsp:nvSpPr>
      <dsp:spPr>
        <a:xfrm>
          <a:off x="217978" y="2867445"/>
          <a:ext cx="396325" cy="3963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31E846-E1A7-441D-8143-616D7D020529}">
      <dsp:nvSpPr>
        <dsp:cNvPr id="0" name=""/>
        <dsp:cNvSpPr/>
      </dsp:nvSpPr>
      <dsp:spPr>
        <a:xfrm>
          <a:off x="832282" y="2705312"/>
          <a:ext cx="2192417" cy="720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63" tIns="76263" rIns="76263" bIns="7626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Aspect oriented Attributes/Annotations</a:t>
          </a:r>
          <a:r>
            <a:rPr lang="en-US" sz="1400" kern="1200" dirty="0"/>
            <a:t>:</a:t>
          </a:r>
        </a:p>
      </dsp:txBody>
      <dsp:txXfrm>
        <a:off x="832282" y="2705312"/>
        <a:ext cx="2192417" cy="720591"/>
      </dsp:txXfrm>
    </dsp:sp>
    <dsp:sp modelId="{DE5D3160-D835-430D-BF2E-65C4E9E00DF2}">
      <dsp:nvSpPr>
        <dsp:cNvPr id="0" name=""/>
        <dsp:cNvSpPr/>
      </dsp:nvSpPr>
      <dsp:spPr>
        <a:xfrm>
          <a:off x="3024699" y="2705312"/>
          <a:ext cx="1846524" cy="720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63" tIns="76263" rIns="76263" bIns="76263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Adding metadata to code that can be used to influence behavior.</a:t>
          </a:r>
        </a:p>
      </dsp:txBody>
      <dsp:txXfrm>
        <a:off x="3024699" y="2705312"/>
        <a:ext cx="1846524" cy="7205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4240AF-7693-4EB3-8825-E54B8F62F649}">
      <dsp:nvSpPr>
        <dsp:cNvPr id="0" name=""/>
        <dsp:cNvSpPr/>
      </dsp:nvSpPr>
      <dsp:spPr>
        <a:xfrm>
          <a:off x="2869" y="759202"/>
          <a:ext cx="1725702" cy="544997"/>
        </a:xfrm>
        <a:prstGeom prst="rect">
          <a:avLst/>
        </a:prstGeom>
        <a:solidFill>
          <a:schemeClr val="accent5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b="1" kern="1200" dirty="0"/>
            <a:t>Reflection</a:t>
          </a:r>
          <a:r>
            <a:rPr lang="en-US" sz="1500" kern="1200" dirty="0"/>
            <a:t>:</a:t>
          </a:r>
        </a:p>
      </dsp:txBody>
      <dsp:txXfrm>
        <a:off x="2869" y="759202"/>
        <a:ext cx="1725702" cy="544997"/>
      </dsp:txXfrm>
    </dsp:sp>
    <dsp:sp modelId="{37604267-367B-491E-8816-0C2949CBB152}">
      <dsp:nvSpPr>
        <dsp:cNvPr id="0" name=""/>
        <dsp:cNvSpPr/>
      </dsp:nvSpPr>
      <dsp:spPr>
        <a:xfrm>
          <a:off x="2869" y="1304200"/>
          <a:ext cx="1725702" cy="1491307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Allows runtime inspection of types, methods, and properties.</a:t>
          </a:r>
        </a:p>
      </dsp:txBody>
      <dsp:txXfrm>
        <a:off x="2869" y="1304200"/>
        <a:ext cx="1725702" cy="1491307"/>
      </dsp:txXfrm>
    </dsp:sp>
    <dsp:sp modelId="{F8867B21-C967-4318-A238-EDEE4E980444}">
      <dsp:nvSpPr>
        <dsp:cNvPr id="0" name=""/>
        <dsp:cNvSpPr/>
      </dsp:nvSpPr>
      <dsp:spPr>
        <a:xfrm>
          <a:off x="1970170" y="759202"/>
          <a:ext cx="1725702" cy="544997"/>
        </a:xfrm>
        <a:prstGeom prst="rect">
          <a:avLst/>
        </a:prstGeom>
        <a:solidFill>
          <a:schemeClr val="accent5">
            <a:alpha val="90000"/>
            <a:hueOff val="0"/>
            <a:satOff val="0"/>
            <a:lumOff val="0"/>
            <a:alphaOff val="-13333"/>
          </a:schemeClr>
        </a:solidFill>
        <a:ln w="19050" cap="rnd" cmpd="sng" algn="ctr">
          <a:solidFill>
            <a:schemeClr val="accent5">
              <a:alpha val="90000"/>
              <a:hueOff val="0"/>
              <a:satOff val="0"/>
              <a:lumOff val="0"/>
              <a:alphaOff val="-13333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b="1" kern="1200" dirty="0"/>
            <a:t>Scripting</a:t>
          </a:r>
          <a:r>
            <a:rPr lang="en-US" sz="1500" kern="1200" dirty="0"/>
            <a:t>:</a:t>
          </a:r>
        </a:p>
      </dsp:txBody>
      <dsp:txXfrm>
        <a:off x="1970170" y="759202"/>
        <a:ext cx="1725702" cy="544997"/>
      </dsp:txXfrm>
    </dsp:sp>
    <dsp:sp modelId="{66D9FE1C-FF8F-481A-AF2E-0CB4A9FD175E}">
      <dsp:nvSpPr>
        <dsp:cNvPr id="0" name=""/>
        <dsp:cNvSpPr/>
      </dsp:nvSpPr>
      <dsp:spPr>
        <a:xfrm>
          <a:off x="1970170" y="1304200"/>
          <a:ext cx="1725702" cy="1491307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Enables runtime method invocation and property access.</a:t>
          </a:r>
        </a:p>
      </dsp:txBody>
      <dsp:txXfrm>
        <a:off x="1970170" y="1304200"/>
        <a:ext cx="1725702" cy="1491307"/>
      </dsp:txXfrm>
    </dsp:sp>
    <dsp:sp modelId="{439DEB4E-5E69-46AD-8E7E-1AADF1E23F35}">
      <dsp:nvSpPr>
        <dsp:cNvPr id="0" name=""/>
        <dsp:cNvSpPr/>
      </dsp:nvSpPr>
      <dsp:spPr>
        <a:xfrm>
          <a:off x="3937471" y="759202"/>
          <a:ext cx="1725702" cy="544997"/>
        </a:xfrm>
        <a:prstGeom prst="rect">
          <a:avLst/>
        </a:prstGeom>
        <a:solidFill>
          <a:schemeClr val="accent5">
            <a:alpha val="90000"/>
            <a:hueOff val="0"/>
            <a:satOff val="0"/>
            <a:lumOff val="0"/>
            <a:alphaOff val="-26667"/>
          </a:schemeClr>
        </a:solidFill>
        <a:ln w="19050" cap="rnd" cmpd="sng" algn="ctr">
          <a:solidFill>
            <a:schemeClr val="accent5">
              <a:alpha val="90000"/>
              <a:hueOff val="0"/>
              <a:satOff val="0"/>
              <a:lumOff val="0"/>
              <a:alphaOff val="-26667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b="1" kern="1200" dirty="0"/>
            <a:t>Expression trees</a:t>
          </a:r>
          <a:r>
            <a:rPr lang="en-US" sz="1500" kern="1200" dirty="0"/>
            <a:t>:</a:t>
          </a:r>
        </a:p>
      </dsp:txBody>
      <dsp:txXfrm>
        <a:off x="3937471" y="759202"/>
        <a:ext cx="1725702" cy="544997"/>
      </dsp:txXfrm>
    </dsp:sp>
    <dsp:sp modelId="{F5C6516F-FDC5-4A09-B9A9-408CAAFB69D0}">
      <dsp:nvSpPr>
        <dsp:cNvPr id="0" name=""/>
        <dsp:cNvSpPr/>
      </dsp:nvSpPr>
      <dsp:spPr>
        <a:xfrm>
          <a:off x="3937471" y="1304200"/>
          <a:ext cx="1725702" cy="1491307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Represent code as data structures for analysis or transformation.</a:t>
          </a:r>
        </a:p>
      </dsp:txBody>
      <dsp:txXfrm>
        <a:off x="3937471" y="1304200"/>
        <a:ext cx="1725702" cy="1491307"/>
      </dsp:txXfrm>
    </dsp:sp>
    <dsp:sp modelId="{D611F4BA-B31F-4DF0-BCDD-003BACDB3C48}">
      <dsp:nvSpPr>
        <dsp:cNvPr id="0" name=""/>
        <dsp:cNvSpPr/>
      </dsp:nvSpPr>
      <dsp:spPr>
        <a:xfrm>
          <a:off x="5904771" y="759202"/>
          <a:ext cx="1725702" cy="544997"/>
        </a:xfrm>
        <a:prstGeom prst="rect">
          <a:avLst/>
        </a:prstGeom>
        <a:solidFill>
          <a:schemeClr val="accent5">
            <a:alpha val="90000"/>
            <a:hueOff val="0"/>
            <a:satOff val="0"/>
            <a:lumOff val="0"/>
            <a:alphaOff val="-40000"/>
          </a:schemeClr>
        </a:solidFill>
        <a:ln w="19050" cap="rnd" cmpd="sng" algn="ctr">
          <a:solidFill>
            <a:schemeClr val="accent5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b="1" kern="1200" dirty="0"/>
            <a:t>Attributes</a:t>
          </a:r>
          <a:r>
            <a:rPr lang="en-US" sz="1500" kern="1200" dirty="0"/>
            <a:t>:</a:t>
          </a:r>
        </a:p>
      </dsp:txBody>
      <dsp:txXfrm>
        <a:off x="5904771" y="759202"/>
        <a:ext cx="1725702" cy="544997"/>
      </dsp:txXfrm>
    </dsp:sp>
    <dsp:sp modelId="{ADB2C541-2C20-4683-83DD-B7F567E55C99}">
      <dsp:nvSpPr>
        <dsp:cNvPr id="0" name=""/>
        <dsp:cNvSpPr/>
      </dsp:nvSpPr>
      <dsp:spPr>
        <a:xfrm>
          <a:off x="5904771" y="1304200"/>
          <a:ext cx="1725702" cy="1491307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Provide metadata that can be used by frameworks or tools.</a:t>
          </a:r>
        </a:p>
      </dsp:txBody>
      <dsp:txXfrm>
        <a:off x="5904771" y="1304200"/>
        <a:ext cx="1725702" cy="14913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9C2940-1122-4D4F-B8F1-9AFC410EFB33}">
      <dsp:nvSpPr>
        <dsp:cNvPr id="0" name=""/>
        <dsp:cNvSpPr/>
      </dsp:nvSpPr>
      <dsp:spPr>
        <a:xfrm>
          <a:off x="0" y="1423"/>
          <a:ext cx="4872038" cy="7212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3C02BD-9509-409F-ADE5-CE979AEBB611}">
      <dsp:nvSpPr>
        <dsp:cNvPr id="0" name=""/>
        <dsp:cNvSpPr/>
      </dsp:nvSpPr>
      <dsp:spPr>
        <a:xfrm>
          <a:off x="218191" y="163714"/>
          <a:ext cx="396712" cy="3967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0777BB-C1D0-4658-AAFE-FC0EEA716D18}">
      <dsp:nvSpPr>
        <dsp:cNvPr id="0" name=""/>
        <dsp:cNvSpPr/>
      </dsp:nvSpPr>
      <dsp:spPr>
        <a:xfrm>
          <a:off x="833096" y="1423"/>
          <a:ext cx="4038941" cy="721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37" tIns="76337" rIns="76337" bIns="76337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Improved Performance</a:t>
          </a:r>
          <a:endParaRPr lang="en-US" sz="2000" kern="1200"/>
        </a:p>
      </dsp:txBody>
      <dsp:txXfrm>
        <a:off x="833096" y="1423"/>
        <a:ext cx="4038941" cy="721295"/>
      </dsp:txXfrm>
    </dsp:sp>
    <dsp:sp modelId="{7F1E1AC9-B76C-4775-9303-8890B1D0F37E}">
      <dsp:nvSpPr>
        <dsp:cNvPr id="0" name=""/>
        <dsp:cNvSpPr/>
      </dsp:nvSpPr>
      <dsp:spPr>
        <a:xfrm>
          <a:off x="0" y="903042"/>
          <a:ext cx="4872038" cy="7212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45AE3A-9F08-4176-9E9F-CAF098BC20CF}">
      <dsp:nvSpPr>
        <dsp:cNvPr id="0" name=""/>
        <dsp:cNvSpPr/>
      </dsp:nvSpPr>
      <dsp:spPr>
        <a:xfrm>
          <a:off x="218191" y="1065334"/>
          <a:ext cx="396712" cy="3967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6BA91A-F969-4F52-A8C9-154F71E88653}">
      <dsp:nvSpPr>
        <dsp:cNvPr id="0" name=""/>
        <dsp:cNvSpPr/>
      </dsp:nvSpPr>
      <dsp:spPr>
        <a:xfrm>
          <a:off x="833096" y="903042"/>
          <a:ext cx="4038941" cy="721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37" tIns="76337" rIns="76337" bIns="76337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Reduced Startup Time</a:t>
          </a:r>
          <a:endParaRPr lang="en-US" sz="2000" kern="1200"/>
        </a:p>
      </dsp:txBody>
      <dsp:txXfrm>
        <a:off x="833096" y="903042"/>
        <a:ext cx="4038941" cy="721295"/>
      </dsp:txXfrm>
    </dsp:sp>
    <dsp:sp modelId="{E3140887-B236-46A1-9ADB-B9BE5619C537}">
      <dsp:nvSpPr>
        <dsp:cNvPr id="0" name=""/>
        <dsp:cNvSpPr/>
      </dsp:nvSpPr>
      <dsp:spPr>
        <a:xfrm>
          <a:off x="0" y="1804661"/>
          <a:ext cx="4872038" cy="7212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BFFE5D-E211-4E06-AA11-A320D1A8660F}">
      <dsp:nvSpPr>
        <dsp:cNvPr id="0" name=""/>
        <dsp:cNvSpPr/>
      </dsp:nvSpPr>
      <dsp:spPr>
        <a:xfrm>
          <a:off x="218191" y="1966953"/>
          <a:ext cx="396712" cy="3967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9DD956-E752-4265-AED8-F5D4449E71E5}">
      <dsp:nvSpPr>
        <dsp:cNvPr id="0" name=""/>
        <dsp:cNvSpPr/>
      </dsp:nvSpPr>
      <dsp:spPr>
        <a:xfrm>
          <a:off x="833096" y="1804661"/>
          <a:ext cx="4038941" cy="721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37" tIns="76337" rIns="76337" bIns="76337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Smaller deployment size through tree shaking</a:t>
          </a:r>
          <a:endParaRPr lang="en-US" sz="2000" kern="1200"/>
        </a:p>
      </dsp:txBody>
      <dsp:txXfrm>
        <a:off x="833096" y="1804661"/>
        <a:ext cx="4038941" cy="721295"/>
      </dsp:txXfrm>
    </dsp:sp>
    <dsp:sp modelId="{822B4F63-339C-4AD8-A706-CF39583BA115}">
      <dsp:nvSpPr>
        <dsp:cNvPr id="0" name=""/>
        <dsp:cNvSpPr/>
      </dsp:nvSpPr>
      <dsp:spPr>
        <a:xfrm>
          <a:off x="0" y="2706281"/>
          <a:ext cx="4872038" cy="7212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EA513B-B9AC-4DEA-B0B0-97D7F5727167}">
      <dsp:nvSpPr>
        <dsp:cNvPr id="0" name=""/>
        <dsp:cNvSpPr/>
      </dsp:nvSpPr>
      <dsp:spPr>
        <a:xfrm>
          <a:off x="218191" y="2868572"/>
          <a:ext cx="396712" cy="3967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D1362C-57A8-468D-B3D4-50D5A2769EE8}">
      <dsp:nvSpPr>
        <dsp:cNvPr id="0" name=""/>
        <dsp:cNvSpPr/>
      </dsp:nvSpPr>
      <dsp:spPr>
        <a:xfrm>
          <a:off x="833096" y="2706281"/>
          <a:ext cx="4038941" cy="721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37" tIns="76337" rIns="76337" bIns="76337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Requires no runtime evaluation/reflection.</a:t>
          </a:r>
          <a:endParaRPr lang="en-US" sz="2000" kern="1200"/>
        </a:p>
      </dsp:txBody>
      <dsp:txXfrm>
        <a:off x="833096" y="2706281"/>
        <a:ext cx="4038941" cy="7212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57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 b="1" dirty="0" smtClean="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dirty="0"/>
              <a:t>Live! 360 Orlando 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5626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9489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4D1145D-0C6A-427A-BFFB-BA49C7DEF5D3}" type="datetimeFigureOut">
              <a:rPr lang="en-US"/>
              <a:pPr>
                <a:defRPr/>
              </a:pPr>
              <a:t>4/5/2026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BE5AA1C-3A4A-4E86-88DD-FDD0A0056F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4282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72" charset="-128"/>
        <a:cs typeface="ＭＳ Ｐゴシック" pitchFamily="-72" charset="-128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72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72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72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72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6988B0C-D0FA-4593-BF38-A7BA3E9A5D69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isual Studio Live! Redmond 20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63CDA3-A2DE-473C-A81C-F73D2A1BFF69}" type="datetimeFigureOut">
              <a:rPr lang="en-US"/>
              <a:pPr>
                <a:defRPr/>
              </a:pPr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Visual Studio Live! Washington, D.C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173A4F-54E2-42AD-AEE7-525DC08E7D5E}" type="datetimeFigureOut">
              <a:rPr lang="en-US"/>
              <a:pPr>
                <a:defRPr/>
              </a:pPr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7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14562E-E191-4140-8CA7-D81566904FD6}" type="datetimeFigureOut">
              <a:rPr lang="en-US"/>
              <a:pPr>
                <a:defRPr/>
              </a:pPr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4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4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886AD8-D031-4E57-A880-97BEE7625BF5}" type="datetimeFigureOut">
              <a:rPr lang="en-US"/>
              <a:pPr>
                <a:defRPr/>
              </a:pPr>
              <a:t>4/5/2026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0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0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46D33-8E80-4809-BCCA-EEFDCA7877C6}" type="datetimeFigureOut">
              <a:rPr lang="en-US"/>
              <a:pPr>
                <a:defRPr/>
              </a:pPr>
              <a:t>4/5/2026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75E31E-3DDB-4319-BC51-F5022B7F3C8D}" type="datetimeFigureOut">
              <a:rPr lang="en-US"/>
              <a:pPr>
                <a:defRPr/>
              </a:pPr>
              <a:t>4/5/2026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6638B8-B788-4682-A596-85CF4ED65A7B}" type="datetimeFigureOut">
              <a:rPr lang="en-US"/>
              <a:pPr>
                <a:defRPr/>
              </a:pPr>
              <a:t>4/5/2026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04789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9C0D6F-86BC-4F0A-A9FD-A71A70874F57}" type="datetimeFigureOut">
              <a:rPr lang="en-US"/>
              <a:pPr>
                <a:defRPr/>
              </a:pPr>
              <a:t>4/5/2026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62623F-4765-4759-9A73-D8655DC8D973}" type="datetimeFigureOut">
              <a:rPr lang="en-US"/>
              <a:pPr>
                <a:defRPr/>
              </a:pPr>
              <a:t>4/5/2026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CF2FE-3FA7-4ABC-8D10-AB106564C9F6}" type="datetimeFigureOut">
              <a:rPr lang="en-US"/>
              <a:pPr>
                <a:defRPr/>
              </a:pPr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2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2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D803F9-FDAA-4AD8-AB1F-AC9EA3FA17D9}" type="datetimeFigureOut">
              <a:rPr lang="en-US"/>
              <a:pPr>
                <a:defRPr/>
              </a:pPr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isual Studio Live! Redmond 20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63CDA3-A2DE-473C-A81C-F73D2A1BFF69}" type="datetimeFigureOut">
              <a:rPr lang="en-US" smtClean="0"/>
              <a:pPr>
                <a:defRPr/>
              </a:pPr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Visual Studio Live! Washington, D.C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173A4F-54E2-42AD-AEE7-525DC08E7D5E}" type="datetimeFigureOut">
              <a:rPr lang="en-US" smtClean="0"/>
              <a:pPr>
                <a:defRPr/>
              </a:pPr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7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14562E-E191-4140-8CA7-D81566904FD6}" type="datetimeFigureOut">
              <a:rPr lang="en-US" smtClean="0"/>
              <a:pPr>
                <a:defRPr/>
              </a:pPr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4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4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886AD8-D031-4E57-A880-97BEE7625BF5}" type="datetimeFigureOut">
              <a:rPr lang="en-US" smtClean="0"/>
              <a:pPr>
                <a:defRPr/>
              </a:pPr>
              <a:t>4/5/2026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0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0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46D33-8E80-4809-BCCA-EEFDCA7877C6}" type="datetimeFigureOut">
              <a:rPr lang="en-US" smtClean="0"/>
              <a:pPr>
                <a:defRPr/>
              </a:pPr>
              <a:t>4/5/2026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75E31E-3DDB-4319-BC51-F5022B7F3C8D}" type="datetimeFigureOut">
              <a:rPr lang="en-US" smtClean="0"/>
              <a:pPr>
                <a:defRPr/>
              </a:pPr>
              <a:t>4/5/2026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6638B8-B788-4682-A596-85CF4ED65A7B}" type="datetimeFigureOut">
              <a:rPr lang="en-US" smtClean="0"/>
              <a:pPr>
                <a:defRPr/>
              </a:pPr>
              <a:t>4/5/2026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04789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9C0D6F-86BC-4F0A-A9FD-A71A70874F57}" type="datetimeFigureOut">
              <a:rPr lang="en-US" smtClean="0"/>
              <a:pPr>
                <a:defRPr/>
              </a:pPr>
              <a:t>4/5/2026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62623F-4765-4759-9A73-D8655DC8D973}" type="datetimeFigureOut">
              <a:rPr lang="en-US" smtClean="0"/>
              <a:pPr>
                <a:defRPr/>
              </a:pPr>
              <a:t>4/5/2026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CF2FE-3FA7-4ABC-8D10-AB106564C9F6}" type="datetimeFigureOut">
              <a:rPr lang="en-US" smtClean="0"/>
              <a:pPr>
                <a:defRPr/>
              </a:pPr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2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2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D803F9-FDAA-4AD8-AB1F-AC9EA3FA17D9}" type="datetimeFigureOut">
              <a:rPr lang="en-US" smtClean="0"/>
              <a:pPr>
                <a:defRPr/>
              </a:pPr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085850"/>
            <a:ext cx="6619244" cy="249718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DEF755-0B60-4A3E-9C6A-4CADF1C89A5E}" type="datetimeFigureOut">
              <a:rPr lang="en-US" smtClean="0"/>
              <a:pPr>
                <a:defRPr/>
              </a:pPr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4653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DEF755-0B60-4A3E-9C6A-4CADF1C89A5E}" type="datetimeFigureOut">
              <a:rPr lang="en-US" smtClean="0"/>
              <a:pPr>
                <a:defRPr/>
              </a:pPr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7155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2146300"/>
            <a:ext cx="6619243" cy="143673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014562E-E191-4140-8CA7-D81566904FD6}" type="datetimeFigureOut">
              <a:rPr lang="en-US" smtClean="0"/>
              <a:pPr>
                <a:defRPr/>
              </a:pPr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501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485" y="1545432"/>
            <a:ext cx="3297254" cy="3146822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0870" y="1542069"/>
            <a:ext cx="3297256" cy="315018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2886AD8-D031-4E57-A880-97BEE7625BF5}" type="datetimeFigureOut">
              <a:rPr lang="en-US" smtClean="0"/>
              <a:pPr>
                <a:defRPr/>
              </a:pPr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7441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5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485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0872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0872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F146D33-8E80-4809-BCCA-EEFDCA7877C6}" type="datetimeFigureOut">
              <a:rPr lang="en-US" smtClean="0"/>
              <a:pPr>
                <a:defRPr/>
              </a:pPr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2055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475E31E-3DDB-4319-BC51-F5022B7F3C8D}" type="datetimeFigureOut">
              <a:rPr lang="en-US" smtClean="0"/>
              <a:pPr>
                <a:defRPr/>
              </a:pPr>
              <a:t>4/5/2026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9302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76638B8-B788-4682-A596-85CF4ED65A7B}" type="datetimeFigureOut">
              <a:rPr lang="en-US" smtClean="0"/>
              <a:pPr>
                <a:defRPr/>
              </a:pPr>
              <a:t>4/5/2026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0676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2550798" cy="10858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462" y="1085850"/>
            <a:ext cx="3896998" cy="3429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346961"/>
            <a:ext cx="2550797" cy="217169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A9C0D6F-86BC-4F0A-A9FD-A71A70874F57}" type="datetimeFigureOut">
              <a:rPr lang="en-US" smtClean="0"/>
              <a:pPr>
                <a:defRPr/>
              </a:pPr>
              <a:t>4/5/2026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7665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0" y="1390644"/>
            <a:ext cx="3819680" cy="1181106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2160" y="857250"/>
            <a:ext cx="2400300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3813734" cy="10287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A62623F-4765-4759-9A73-D8655DC8D973}" type="datetimeFigureOut">
              <a:rPr lang="en-US" smtClean="0"/>
              <a:pPr>
                <a:defRPr/>
              </a:pPr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5232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600440"/>
            <a:ext cx="6619243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730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7" y="4025494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DEF755-0B60-4A3E-9C6A-4CADF1C89A5E}" type="datetimeFigureOut">
              <a:rPr lang="en-US" smtClean="0"/>
              <a:pPr>
                <a:defRPr/>
              </a:pPr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3020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6619244" cy="14859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6619244" cy="177165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DEF755-0B60-4A3E-9C6A-4CADF1C89A5E}" type="datetimeFigureOut">
              <a:rPr lang="en-US" smtClean="0"/>
              <a:pPr>
                <a:defRPr/>
              </a:pPr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0632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1" y="1085850"/>
            <a:ext cx="5999486" cy="1742531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47800" y="2828380"/>
            <a:ext cx="5459737" cy="256631"/>
          </a:xfrm>
        </p:spPr>
        <p:txBody>
          <a:bodyPr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262993"/>
            <a:ext cx="6619244" cy="12573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DEF755-0B60-4A3E-9C6A-4CADF1C89A5E}" type="datetimeFigureOut">
              <a:rPr lang="en-US" smtClean="0"/>
              <a:pPr>
                <a:defRPr/>
              </a:pPr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73721" y="728440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7868" y="1960341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559795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343151"/>
            <a:ext cx="6619245" cy="123988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DEF755-0B60-4A3E-9C6A-4CADF1C89A5E}" type="datetimeFigureOut">
              <a:rPr lang="en-US" smtClean="0"/>
              <a:pPr>
                <a:defRPr/>
              </a:pPr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9962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710" y="1485900"/>
            <a:ext cx="221015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347" y="2000250"/>
            <a:ext cx="2195513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2745" y="1485900"/>
            <a:ext cx="220218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4829" y="2000250"/>
            <a:ext cx="2210096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1485900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3525" y="2000250"/>
            <a:ext cx="2199085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DEF755-0B60-4A3E-9C6A-4CADF1C89A5E}" type="datetimeFigureOut">
              <a:rPr lang="en-US" smtClean="0"/>
              <a:pPr>
                <a:defRPr/>
              </a:pPr>
              <a:t>4/5/2026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56584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347" y="3188212"/>
            <a:ext cx="220503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347" y="1657350"/>
            <a:ext cx="220503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347" y="3620409"/>
            <a:ext cx="220503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032" y="3188212"/>
            <a:ext cx="219789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031" y="1657350"/>
            <a:ext cx="2197894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016" y="3620408"/>
            <a:ext cx="2200805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3188212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3525" y="1657350"/>
            <a:ext cx="2199085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3432" y="3620406"/>
            <a:ext cx="220199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DEF755-0B60-4A3E-9C6A-4CADF1C89A5E}" type="datetimeFigureOut">
              <a:rPr lang="en-US" smtClean="0"/>
              <a:pPr>
                <a:defRPr/>
              </a:pPr>
              <a:t>4/5/2026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581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ACF2FE-3FA7-4ABC-8D10-AB106564C9F6}" type="datetimeFigureOut">
              <a:rPr lang="en-US" smtClean="0"/>
              <a:pPr>
                <a:defRPr/>
              </a:pPr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98327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8159" y="322660"/>
            <a:ext cx="1314451" cy="4369594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348" y="665561"/>
            <a:ext cx="5567362" cy="40266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AD803F9-FDAA-4AD8-AB1F-AC9EA3FA17D9}" type="datetimeFigureOut">
              <a:rPr lang="en-US" smtClean="0"/>
              <a:pPr>
                <a:defRPr/>
              </a:pPr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26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21" Type="http://schemas.openxmlformats.org/officeDocument/2006/relationships/image" Target="../media/image6.png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image" Target="../media/image5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Relationship Id="rId22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ADEF755-0B60-4A3E-9C6A-4CADF1C89A5E}" type="datetimeFigureOut">
              <a:rPr lang="en-US"/>
              <a:pPr>
                <a:defRPr/>
              </a:pPr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  <p:sldLayoutId id="2147483658" r:id="rId3"/>
    <p:sldLayoutId id="2147483657" r:id="rId4"/>
    <p:sldLayoutId id="2147483656" r:id="rId5"/>
    <p:sldLayoutId id="2147483655" r:id="rId6"/>
    <p:sldLayoutId id="2147483654" r:id="rId7"/>
    <p:sldLayoutId id="2147483653" r:id="rId8"/>
    <p:sldLayoutId id="2147483652" r:id="rId9"/>
    <p:sldLayoutId id="2147483651" r:id="rId10"/>
    <p:sldLayoutId id="214748365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rgbClr val="002060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Arial" pitchFamily="-72" charset="0"/>
        <a:buChar char="•"/>
        <a:defRPr sz="3200" kern="1200">
          <a:solidFill>
            <a:schemeClr val="tx1"/>
          </a:solidFill>
          <a:latin typeface="Arial" pitchFamily="-72" charset="0"/>
          <a:ea typeface="ＭＳ Ｐゴシック" pitchFamily="-72" charset="-128"/>
          <a:cs typeface="ＭＳ Ｐゴシック" pitchFamily="-72" charset="-128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2"/>
        </a:buClr>
        <a:buFont typeface="Arial" pitchFamily="-72" charset="0"/>
        <a:buChar char="–"/>
        <a:defRPr sz="2800" kern="1200">
          <a:solidFill>
            <a:schemeClr val="tx1"/>
          </a:solidFill>
          <a:latin typeface="Arial" pitchFamily="-72" charset="0"/>
          <a:ea typeface="ＭＳ Ｐゴシック" pitchFamily="-72" charset="-128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Arial" pitchFamily="-72" charset="0"/>
        <a:buChar char="•"/>
        <a:defRPr sz="2400" kern="1200">
          <a:solidFill>
            <a:schemeClr val="tx1"/>
          </a:solidFill>
          <a:latin typeface="Arial" pitchFamily="-72" charset="0"/>
          <a:ea typeface="ＭＳ Ｐゴシック" pitchFamily="-72" charset="-128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Arial" pitchFamily="-72" charset="0"/>
        <a:buChar char="–"/>
        <a:defRPr sz="2000" kern="1200">
          <a:solidFill>
            <a:schemeClr val="tx1"/>
          </a:solidFill>
          <a:latin typeface="Arial" pitchFamily="-72" charset="0"/>
          <a:ea typeface="ＭＳ Ｐゴシック" pitchFamily="-72" charset="-128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Font typeface="Arial" pitchFamily="-72" charset="0"/>
        <a:buChar char="»"/>
        <a:defRPr sz="2000" kern="1200">
          <a:solidFill>
            <a:schemeClr val="tx1"/>
          </a:solidFill>
          <a:latin typeface="Arial" pitchFamily="-72" charset="0"/>
          <a:ea typeface="ＭＳ Ｐゴシック" pitchFamily="-72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ADEF755-0B60-4A3E-9C6A-4CADF1C89A5E}" type="datetimeFigureOut">
              <a:rPr lang="en-US" smtClean="0"/>
              <a:pPr>
                <a:defRPr/>
              </a:pPr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kern="1200">
          <a:solidFill>
            <a:srgbClr val="002060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itchFamily="-72" charset="0"/>
        <a:buChar char="•"/>
        <a:defRPr sz="3200" kern="1200">
          <a:solidFill>
            <a:schemeClr val="tx1"/>
          </a:solidFill>
          <a:latin typeface="Arial" pitchFamily="-72" charset="0"/>
          <a:ea typeface="ＭＳ Ｐゴシック" pitchFamily="-72" charset="-128"/>
          <a:cs typeface="ＭＳ Ｐゴシック" pitchFamily="-72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pitchFamily="-72" charset="0"/>
        <a:buChar char="–"/>
        <a:defRPr sz="2800" kern="1200">
          <a:solidFill>
            <a:schemeClr val="tx1"/>
          </a:solidFill>
          <a:latin typeface="Arial" pitchFamily="-72" charset="0"/>
          <a:ea typeface="ＭＳ Ｐゴシック" pitchFamily="-72" charset="-128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Arial" pitchFamily="-72" charset="0"/>
        <a:buChar char="•"/>
        <a:defRPr sz="2400" kern="1200">
          <a:solidFill>
            <a:schemeClr val="tx1"/>
          </a:solidFill>
          <a:latin typeface="Arial" pitchFamily="-72" charset="0"/>
          <a:ea typeface="ＭＳ Ｐゴシック" pitchFamily="-72" charset="-128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itchFamily="-72" charset="0"/>
        <a:buChar char="–"/>
        <a:defRPr sz="2000" kern="1200">
          <a:solidFill>
            <a:schemeClr val="tx1"/>
          </a:solidFill>
          <a:latin typeface="Arial" pitchFamily="-72" charset="0"/>
          <a:ea typeface="ＭＳ Ｐゴシック" pitchFamily="-72" charset="-128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pitchFamily="-72" charset="0"/>
        <a:buChar char="»"/>
        <a:defRPr sz="2000" kern="1200">
          <a:solidFill>
            <a:schemeClr val="tx1"/>
          </a:solidFill>
          <a:latin typeface="Arial" pitchFamily="-72" charset="0"/>
          <a:ea typeface="ＭＳ Ｐゴシック" pitchFamily="-72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4"/>
            <a:ext cx="3027759" cy="31412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1"/>
            <a:ext cx="1141809" cy="177409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60" y="1"/>
            <a:ext cx="1202540" cy="8560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1" cy="571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584" y="339538"/>
            <a:ext cx="7053542" cy="10503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4" y="1539689"/>
            <a:ext cx="6709906" cy="314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616730" y="134302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>
              <a:defRPr/>
            </a:pPr>
            <a:fld id="{AADEF755-0B60-4A3E-9C6A-4CADF1C89A5E}" type="datetimeFigureOut">
              <a:rPr lang="en-US" smtClean="0"/>
              <a:pPr>
                <a:defRPr/>
              </a:pPr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713680" y="2418973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1060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</p:sldLayoutIdLst>
  <p:txStyles>
    <p:titleStyle>
      <a:lvl1pPr algn="l" defTabSz="342900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evblogs.microsoft.com/dotnet/performance-improvements-in-aspnet-core-8/" TargetMode="Externa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hyperlink" Target="https://github.com/amis92/csharp-source-generators?tab=readme-ov-file#proxy" TargetMode="External"/><Relationship Id="rId18" Type="http://schemas.openxmlformats.org/officeDocument/2006/relationships/hyperlink" Target="https://github.com/amis92/csharp-source-generators?tab=readme-ov-file#mappers" TargetMode="External"/><Relationship Id="rId26" Type="http://schemas.openxmlformats.org/officeDocument/2006/relationships/hyperlink" Target="https://github.com/amis92/csharp-source-generators?tab=readme-ov-file#domain-driven-design-ddd" TargetMode="External"/><Relationship Id="rId3" Type="http://schemas.openxmlformats.org/officeDocument/2006/relationships/hyperlink" Target="https://github.com/amis92/csharp-source-generators?tab=readme-ov-file#serialization" TargetMode="External"/><Relationship Id="rId21" Type="http://schemas.openxmlformats.org/officeDocument/2006/relationships/hyperlink" Target="https://github.com/amis92/csharp-source-generators?tab=readme-ov-file#enums" TargetMode="External"/><Relationship Id="rId34" Type="http://schemas.openxmlformats.org/officeDocument/2006/relationships/hyperlink" Target="https://github.com/amis92/csharp-source-generators?tab=readme-ov-file#database--orm" TargetMode="External"/><Relationship Id="rId7" Type="http://schemas.openxmlformats.org/officeDocument/2006/relationships/hyperlink" Target="https://github.com/amis92/csharp-source-generators?tab=readme-ov-file#testing" TargetMode="External"/><Relationship Id="rId12" Type="http://schemas.openxmlformats.org/officeDocument/2006/relationships/hyperlink" Target="https://github.com/amis92/csharp-source-generators?tab=readme-ov-file#builder" TargetMode="External"/><Relationship Id="rId17" Type="http://schemas.openxmlformats.org/officeDocument/2006/relationships/hyperlink" Target="https://github.com/amis92/csharp-source-generators?tab=readme-ov-file#console--cli" TargetMode="External"/><Relationship Id="rId25" Type="http://schemas.openxmlformats.org/officeDocument/2006/relationships/hyperlink" Target="https://github.com/amis92/csharp-source-generators?tab=readme-ov-file#discriminated-unions" TargetMode="External"/><Relationship Id="rId33" Type="http://schemas.openxmlformats.org/officeDocument/2006/relationships/hyperlink" Target="https://github.com/amis92/csharp-source-generators?tab=readme-ov-file#model-view-viewmodel-mvvm" TargetMode="External"/><Relationship Id="rId2" Type="http://schemas.openxmlformats.org/officeDocument/2006/relationships/hyperlink" Target="https://github.com/amis92/csharp-source-generators" TargetMode="External"/><Relationship Id="rId16" Type="http://schemas.openxmlformats.org/officeDocument/2006/relationships/hyperlink" Target="https://github.com/amis92/csharp-source-generators?tab=readme-ov-file#dependency-injection-ioc-container" TargetMode="External"/><Relationship Id="rId20" Type="http://schemas.openxmlformats.org/officeDocument/2006/relationships/hyperlink" Target="https://github.com/amis92/csharp-source-generators?tab=readme-ov-file#graphics--drawing" TargetMode="External"/><Relationship Id="rId29" Type="http://schemas.openxmlformats.org/officeDocument/2006/relationships/hyperlink" Target="https://github.com/amis92/csharp-source-generators?tab=readme-ov-file#open-api" TargetMode="External"/><Relationship Id="rId1" Type="http://schemas.openxmlformats.org/officeDocument/2006/relationships/slideLayout" Target="../slideLayouts/slideLayout24.xml"/><Relationship Id="rId6" Type="http://schemas.openxmlformats.org/officeDocument/2006/relationships/hyperlink" Target="https://github.com/amis92/csharp-source-generators?tab=readme-ov-file#localization" TargetMode="External"/><Relationship Id="rId11" Type="http://schemas.openxmlformats.org/officeDocument/2006/relationships/hyperlink" Target="https://github.com/amis92/csharp-source-generators?tab=readme-ov-file#command" TargetMode="External"/><Relationship Id="rId24" Type="http://schemas.openxmlformats.org/officeDocument/2006/relationships/hyperlink" Target="https://github.com/amis92/csharp-source-generators?tab=readme-ov-file#immutability" TargetMode="External"/><Relationship Id="rId32" Type="http://schemas.openxmlformats.org/officeDocument/2006/relationships/hyperlink" Target="https://github.com/amis92/csharp-source-generators?tab=readme-ov-file#inotifypropertychanged" TargetMode="External"/><Relationship Id="rId5" Type="http://schemas.openxmlformats.org/officeDocument/2006/relationships/hyperlink" Target="https://github.com/amis92/csharp-source-generators?tab=readme-ov-file#validation" TargetMode="External"/><Relationship Id="rId15" Type="http://schemas.openxmlformats.org/officeDocument/2006/relationships/hyperlink" Target="https://github.com/amis92/csharp-source-generators?tab=readme-ov-file#adapter" TargetMode="External"/><Relationship Id="rId23" Type="http://schemas.openxmlformats.org/officeDocument/2006/relationships/hyperlink" Target="https://github.com/amis92/csharp-source-generators?tab=readme-ov-file#value-semantic--new-type-idiom" TargetMode="External"/><Relationship Id="rId28" Type="http://schemas.openxmlformats.org/officeDocument/2006/relationships/hyperlink" Target="https://github.com/amis92/csharp-source-generators?tab=readme-ov-file#webprogramming" TargetMode="External"/><Relationship Id="rId10" Type="http://schemas.openxmlformats.org/officeDocument/2006/relationships/hyperlink" Target="https://github.com/amis92/csharp-source-generators?tab=readme-ov-file#mediator" TargetMode="External"/><Relationship Id="rId19" Type="http://schemas.openxmlformats.org/officeDocument/2006/relationships/hyperlink" Target="https://github.com/amis92/csharp-source-generators?tab=readme-ov-file#communication" TargetMode="External"/><Relationship Id="rId31" Type="http://schemas.openxmlformats.org/officeDocument/2006/relationships/hyperlink" Target="https://github.com/amis92/csharp-source-generators?tab=readme-ov-file#xaml--wpf--avalonia" TargetMode="External"/><Relationship Id="rId4" Type="http://schemas.openxmlformats.org/officeDocument/2006/relationships/hyperlink" Target="https://github.com/amis92/csharp-source-generators?tab=readme-ov-file#json" TargetMode="External"/><Relationship Id="rId9" Type="http://schemas.openxmlformats.org/officeDocument/2006/relationships/hyperlink" Target="https://github.com/amis92/csharp-source-generators?tab=readme-ov-file#patterns" TargetMode="External"/><Relationship Id="rId14" Type="http://schemas.openxmlformats.org/officeDocument/2006/relationships/hyperlink" Target="https://github.com/amis92/csharp-source-generators?tab=readme-ov-file#visitor" TargetMode="External"/><Relationship Id="rId22" Type="http://schemas.openxmlformats.org/officeDocument/2006/relationships/hyperlink" Target="https://github.com/amis92/csharp-source-generators?tab=readme-ov-file#functional-programming" TargetMode="External"/><Relationship Id="rId27" Type="http://schemas.openxmlformats.org/officeDocument/2006/relationships/hyperlink" Target="https://github.com/amis92/csharp-source-generators?tab=readme-ov-file#metaprogramming" TargetMode="External"/><Relationship Id="rId30" Type="http://schemas.openxmlformats.org/officeDocument/2006/relationships/hyperlink" Target="https://github.com/amis92/csharp-source-generators?tab=readme-ov-file#razor--blazor" TargetMode="External"/><Relationship Id="rId35" Type="http://schemas.openxmlformats.org/officeDocument/2006/relationships/hyperlink" Target="https://github.com/amis92/csharp-source-generators?tab=readme-ov-file#statically-typed-resources--configurations" TargetMode="External"/><Relationship Id="rId8" Type="http://schemas.openxmlformats.org/officeDocument/2006/relationships/hyperlink" Target="https://github.com/amis92/csharp-source-generators?tab=readme-ov-file#mocking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4.xml"/><Relationship Id="rId4" Type="http://schemas.openxmlformats.org/officeDocument/2006/relationships/hyperlink" Target="http://roslynquoter.azurewebsites.net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mis92/csharp-source-generators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jebrahimi/DotNet-Mappers-Benchmark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dotnet/roslyn/blob/main/docs/features/source-generators.cookbook.md" TargetMode="External"/><Relationship Id="rId3" Type="http://schemas.openxmlformats.org/officeDocument/2006/relationships/image" Target="../media/image24.png"/><Relationship Id="rId7" Type="http://schemas.openxmlformats.org/officeDocument/2006/relationships/hyperlink" Target="https://github.com/amis92/csharp-source-generators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4.xml"/><Relationship Id="rId6" Type="http://schemas.openxmlformats.org/officeDocument/2006/relationships/hyperlink" Target="https://github.com/dotnet/roslyn-sdk/tree/main/samples/CSharp/SourceGenerators" TargetMode="External"/><Relationship Id="rId5" Type="http://schemas.openxmlformats.org/officeDocument/2006/relationships/hyperlink" Target="https://andrewlock.net/creating-a-source-generator-part-1-creating-an-incremental-source-generator/" TargetMode="External"/><Relationship Id="rId10" Type="http://schemas.openxmlformats.org/officeDocument/2006/relationships/hyperlink" Target="https://github.com/jwooley/SourceGenerators" TargetMode="External"/><Relationship Id="rId4" Type="http://schemas.openxmlformats.org/officeDocument/2006/relationships/hyperlink" Target="https://docs.microsoft.com/en-us/dotnet/csharp/roslyn-sdk/source-generators-overview" TargetMode="External"/><Relationship Id="rId9" Type="http://schemas.openxmlformats.org/officeDocument/2006/relationships/hyperlink" Target="https://github.com/dotnet/roslyn/blob/main/docs/features/incremental-generators.cookbook.md" TargetMode="Externa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jwooley/RoslynLabs" TargetMode="External"/><Relationship Id="rId3" Type="http://schemas.openxmlformats.org/officeDocument/2006/relationships/hyperlink" Target="https://github.com/dotnet/roslyn" TargetMode="External"/><Relationship Id="rId7" Type="http://schemas.openxmlformats.org/officeDocument/2006/relationships/hyperlink" Target="https://github.com/dotnet/roslyn-sdk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4.xml"/><Relationship Id="rId6" Type="http://schemas.openxmlformats.org/officeDocument/2006/relationships/hyperlink" Target="https://github.com/dotnet" TargetMode="External"/><Relationship Id="rId5" Type="http://schemas.openxmlformats.org/officeDocument/2006/relationships/hyperlink" Target="https://github.com/dotnet/csharplang/tree/main/proposals" TargetMode="External"/><Relationship Id="rId4" Type="http://schemas.openxmlformats.org/officeDocument/2006/relationships/hyperlink" Target="https://github.com/dotnet/roslyn/blob/master/docs/Language%20Feature%20Status.m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866216" y="1085850"/>
            <a:ext cx="6619243" cy="2497185"/>
          </a:xfrm>
          <a:prstGeom prst="rect">
            <a:avLst/>
          </a:prstGeom>
        </p:spPr>
        <p:txBody>
          <a:bodyPr vert="horz" lIns="91440" tIns="45720" rIns="91440" bIns="45720" rtlCol="0" anchor="b">
            <a:prstTxWarp prst="textNoShape">
              <a:avLst/>
            </a:prstTxWarp>
            <a:normAutofit/>
          </a:bodyPr>
          <a:lstStyle/>
          <a:p>
            <a:pPr defTabSz="457200">
              <a:lnSpc>
                <a:spcPct val="90000"/>
              </a:lnSpc>
              <a:spcAft>
                <a:spcPts val="600"/>
              </a:spcAft>
            </a:pPr>
            <a:r>
              <a:rPr lang="en-US" sz="50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C# Source Generators</a:t>
            </a:r>
          </a:p>
          <a:p>
            <a:pPr defTabSz="457200">
              <a:lnSpc>
                <a:spcPct val="90000"/>
              </a:lnSpc>
              <a:spcAft>
                <a:spcPts val="600"/>
              </a:spcAft>
            </a:pPr>
            <a:r>
              <a:rPr lang="en-US" sz="50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What, Why and How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004048" y="3583035"/>
            <a:ext cx="3987800" cy="1002506"/>
          </a:xfrm>
          <a:prstGeom prst="rect">
            <a:avLst/>
          </a:prstGeom>
          <a:noFill/>
          <a:ln>
            <a:noFill/>
          </a:ln>
          <a:effectLst/>
        </p:spPr>
        <p:txBody>
          <a:bodyPr lIns="85923" tIns="42962" rIns="85923" bIns="42962">
            <a:prstTxWarp prst="textNoShape">
              <a:avLst/>
            </a:prstTxWarp>
          </a:bodyPr>
          <a:lstStyle/>
          <a:p>
            <a:pPr algn="r">
              <a:spcAft>
                <a:spcPts val="600"/>
              </a:spcAft>
            </a:pPr>
            <a:r>
              <a:rPr lang="en-US" sz="2800" b="1" dirty="0">
                <a:solidFill>
                  <a:srgbClr val="FFC000"/>
                </a:solidFill>
              </a:rPr>
              <a:t>Jim Wooley</a:t>
            </a:r>
          </a:p>
          <a:p>
            <a:pPr algn="r">
              <a:spcAft>
                <a:spcPts val="600"/>
              </a:spcAft>
            </a:pPr>
            <a:r>
              <a:rPr lang="en-US" sz="2400" b="1" dirty="0">
                <a:solidFill>
                  <a:srgbClr val="FFC000"/>
                </a:solidFill>
              </a:rPr>
              <a:t>Senior Principal, </a:t>
            </a:r>
          </a:p>
          <a:p>
            <a:pPr algn="r">
              <a:spcAft>
                <a:spcPts val="600"/>
              </a:spcAft>
            </a:pPr>
            <a:r>
              <a:rPr lang="en-US" sz="2400" b="1" dirty="0">
                <a:solidFill>
                  <a:srgbClr val="FFC000"/>
                </a:solidFill>
              </a:rPr>
              <a:t>Slalom</a:t>
            </a:r>
          </a:p>
          <a:p>
            <a:pPr>
              <a:spcAft>
                <a:spcPts val="600"/>
              </a:spcAft>
            </a:pPr>
            <a:endParaRPr lang="en-US" b="1" dirty="0">
              <a:solidFill>
                <a:srgbClr val="C00000"/>
              </a:solidFill>
            </a:endParaRPr>
          </a:p>
          <a:p>
            <a:pPr>
              <a:spcAft>
                <a:spcPts val="600"/>
              </a:spcAft>
            </a:pPr>
            <a:endParaRPr lang="en-US" sz="1400" dirty="0">
              <a:solidFill>
                <a:srgbClr val="C00000"/>
              </a:solidFill>
              <a:latin typeface="Times New Roman" pitchFamily="-72" charset="0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8B9538A-2A89-47DD-996C-7D2BE2AB6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7C34D7-B7E1-112C-0E9C-437491FD3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891" y="1085850"/>
            <a:ext cx="2331469" cy="3429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 b="1">
                <a:solidFill>
                  <a:srgbClr val="EBEBEB"/>
                </a:solidFill>
              </a:rPr>
              <a:t>Metaprogramming</a:t>
            </a:r>
            <a:br>
              <a:rPr lang="en-US" sz="1700" b="1">
                <a:solidFill>
                  <a:srgbClr val="EBEBEB"/>
                </a:solidFill>
              </a:rPr>
            </a:br>
            <a:r>
              <a:rPr lang="en-US" sz="1700" b="1">
                <a:solidFill>
                  <a:srgbClr val="EBEBEB"/>
                </a:solidFill>
              </a:rPr>
              <a:t>W</a:t>
            </a:r>
            <a:r>
              <a:rPr lang="en-US" sz="1700">
                <a:solidFill>
                  <a:srgbClr val="EBEBEB"/>
                </a:solidFill>
              </a:rPr>
              <a:t>riting code that can </a:t>
            </a:r>
            <a:r>
              <a:rPr lang="en-US" sz="1700" b="1">
                <a:solidFill>
                  <a:srgbClr val="EBEBEB"/>
                </a:solidFill>
              </a:rPr>
              <a:t>generate, modify, or analyze other code</a:t>
            </a:r>
            <a:r>
              <a:rPr lang="en-US" sz="1700">
                <a:solidFill>
                  <a:srgbClr val="EBEBEB"/>
                </a:solidFill>
              </a:rPr>
              <a:t>. Instead of just solving problems directly, metaprograms operate on code itself—like a program that writes programs.</a:t>
            </a:r>
            <a:br>
              <a:rPr lang="en-US" sz="1700">
                <a:solidFill>
                  <a:srgbClr val="EBEBEB"/>
                </a:solidFill>
              </a:rPr>
            </a:br>
            <a:endParaRPr lang="en-US" sz="1700">
              <a:solidFill>
                <a:srgbClr val="EBEBEB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625979B-5325-4898-8EF9-5C174B192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51435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 11">
            <a:extLst>
              <a:ext uri="{FF2B5EF4-FFF2-40B4-BE49-F238E27FC236}">
                <a16:creationId xmlns:a16="http://schemas.microsoft.com/office/drawing/2014/main" id="{34B22E2B-30D5-47A4-97C5-091EA1AB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0"/>
            <a:ext cx="419604" cy="2782230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B6DA3CD-A002-40ED-8194-B4E637BD7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D8D53E5-C354-3697-50F1-C267681B1E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9329975"/>
              </p:ext>
            </p:extLst>
          </p:nvPr>
        </p:nvGraphicFramePr>
        <p:xfrm>
          <a:off x="3786187" y="1085850"/>
          <a:ext cx="4872038" cy="3429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615357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2F36F-29B8-B0F2-21F3-2748BA760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3738D-9AB7-C2CB-2F97-6D149F102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Metaprogramming in C#</a:t>
            </a:r>
            <a:br>
              <a:rPr lang="en-US" b="1" dirty="0"/>
            </a:br>
            <a:endParaRPr lang="en-US" sz="18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8851FD0-B44D-8217-070E-12E98D2DDA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4469984"/>
              </p:ext>
            </p:extLst>
          </p:nvPr>
        </p:nvGraphicFramePr>
        <p:xfrm>
          <a:off x="827088" y="1131591"/>
          <a:ext cx="7633344" cy="35547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4F7907A-1B47-089E-DDB9-EB2EDE8F1ECD}"/>
              </a:ext>
            </a:extLst>
          </p:cNvPr>
          <p:cNvSpPr txBox="1"/>
          <p:nvPr/>
        </p:nvSpPr>
        <p:spPr>
          <a:xfrm>
            <a:off x="1403648" y="4273431"/>
            <a:ext cx="61926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These work at runtime. What if you want to generate code at </a:t>
            </a:r>
            <a:r>
              <a:rPr lang="en-US" b="1" dirty="0"/>
              <a:t>compile time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55884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B69F9-2AEA-557D-592A-435014AE9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9986" y="471949"/>
            <a:ext cx="4007403" cy="123149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b="1"/>
              <a:t>C# Source Generators: </a:t>
            </a:r>
            <a:br>
              <a:rPr lang="en-US" sz="2000" b="1"/>
            </a:br>
            <a:r>
              <a:rPr lang="en-US" sz="2000" dirty="0"/>
              <a:t>Compile-Time Metaprogramming</a:t>
            </a:r>
            <a:br>
              <a:rPr lang="en-US" sz="2000" dirty="0"/>
            </a:br>
            <a:endParaRPr lang="en-US" sz="2000"/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28B648AE-E437-7258-5192-ACD5C45727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997" r="25711"/>
          <a:stretch>
            <a:fillRect/>
          </a:stretch>
        </p:blipFill>
        <p:spPr>
          <a:xfrm>
            <a:off x="20" y="10"/>
            <a:ext cx="3044191" cy="51434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E8C94-71A8-8167-188F-589A6041E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9986" y="1828800"/>
            <a:ext cx="4007403" cy="2857499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400" b="1"/>
              <a:t>I</a:t>
            </a:r>
            <a:r>
              <a:rPr lang="en-US" sz="1400"/>
              <a:t>ntroduced in C# 9 and .NET 5 that bring </a:t>
            </a:r>
            <a:r>
              <a:rPr lang="en-US" sz="1400" b="1"/>
              <a:t>compile-time metaprogramming</a:t>
            </a:r>
            <a:r>
              <a:rPr lang="en-US" sz="1400"/>
              <a:t> to the language.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 b="1"/>
              <a:t>Benefits</a:t>
            </a:r>
          </a:p>
          <a:p>
            <a:pPr>
              <a:lnSpc>
                <a:spcPct val="90000"/>
              </a:lnSpc>
            </a:pPr>
            <a:r>
              <a:rPr lang="en-US" sz="1400"/>
              <a:t>Run during development.</a:t>
            </a:r>
          </a:p>
          <a:p>
            <a:pPr>
              <a:lnSpc>
                <a:spcPct val="90000"/>
              </a:lnSpc>
            </a:pPr>
            <a:r>
              <a:rPr lang="en-US" sz="1400"/>
              <a:t>Increased runtime performance.</a:t>
            </a:r>
          </a:p>
          <a:p>
            <a:pPr>
              <a:lnSpc>
                <a:spcPct val="90000"/>
              </a:lnSpc>
            </a:pPr>
            <a:r>
              <a:rPr lang="en-US" sz="1400"/>
              <a:t>Generate new C# source files that are added to your project automatically.</a:t>
            </a:r>
          </a:p>
          <a:p>
            <a:pPr>
              <a:lnSpc>
                <a:spcPct val="90000"/>
              </a:lnSpc>
            </a:pPr>
            <a:r>
              <a:rPr lang="en-US" sz="1400"/>
              <a:t>Eliminate reflection.</a:t>
            </a:r>
          </a:p>
          <a:p>
            <a:pPr>
              <a:lnSpc>
                <a:spcPct val="90000"/>
              </a:lnSpc>
            </a:pPr>
            <a:r>
              <a:rPr lang="en-US" sz="1400"/>
              <a:t>Allow effective Ahead of Time (AOT) compilation and tree shaking.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400"/>
          </a:p>
          <a:p>
            <a:pPr marL="0" indent="0">
              <a:lnSpc>
                <a:spcPct val="90000"/>
              </a:lnSpc>
              <a:buNone/>
            </a:pP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82695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8B9538A-2A89-47DD-996C-7D2BE2AB6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9D0DF-1CC5-04BA-0155-1A6E1FFEC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891" y="1085850"/>
            <a:ext cx="2331469" cy="3429000"/>
          </a:xfrm>
        </p:spPr>
        <p:txBody>
          <a:bodyPr anchor="ctr">
            <a:normAutofit/>
          </a:bodyPr>
          <a:lstStyle/>
          <a:p>
            <a:r>
              <a:rPr lang="en-US" sz="2700">
                <a:solidFill>
                  <a:srgbClr val="EBEBEB"/>
                </a:solidFill>
              </a:rPr>
              <a:t>Ahead of time compilation (AOT)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625979B-5325-4898-8EF9-5C174B192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51435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34B22E2B-30D5-47A4-97C5-091EA1AB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0"/>
            <a:ext cx="419604" cy="2782230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6DA3CD-A002-40ED-8194-B4E637BD7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748797-FB46-E16B-1958-EC54E086F0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9907353"/>
              </p:ext>
            </p:extLst>
          </p:nvPr>
        </p:nvGraphicFramePr>
        <p:xfrm>
          <a:off x="3786187" y="1085850"/>
          <a:ext cx="4872038" cy="3429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00659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604E0B1-6762-4B99-A6A5-42ED8E20D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6D86F5FF-DE1B-4BAB-A7BE-6F39F5DD98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B81B85-735A-9F42-9EAB-B413F3D22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7" y="471950"/>
            <a:ext cx="6939116" cy="76249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Source Generators vs GenAI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6AD705-9544-45E1-B278-8D99F718B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DFFC5B7-4963-4902-8A90-EFF576689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4312" cy="3821950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5F2E7E4-9AB4-0BDF-3684-C852F076BF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2649966"/>
              </p:ext>
            </p:extLst>
          </p:nvPr>
        </p:nvGraphicFramePr>
        <p:xfrm>
          <a:off x="486697" y="2174737"/>
          <a:ext cx="8171530" cy="2419119"/>
        </p:xfrm>
        <a:graphic>
          <a:graphicData uri="http://schemas.openxmlformats.org/drawingml/2006/table">
            <a:tbl>
              <a:tblPr firstRow="1" firstCol="1">
                <a:tableStyleId>{284E427A-3D55-4303-BF80-6455036E1DE7}</a:tableStyleId>
              </a:tblPr>
              <a:tblGrid>
                <a:gridCol w="1370007">
                  <a:extLst>
                    <a:ext uri="{9D8B030D-6E8A-4147-A177-3AD203B41FA5}">
                      <a16:colId xmlns:a16="http://schemas.microsoft.com/office/drawing/2014/main" val="2630141105"/>
                    </a:ext>
                  </a:extLst>
                </a:gridCol>
                <a:gridCol w="3028436">
                  <a:extLst>
                    <a:ext uri="{9D8B030D-6E8A-4147-A177-3AD203B41FA5}">
                      <a16:colId xmlns:a16="http://schemas.microsoft.com/office/drawing/2014/main" val="237001008"/>
                    </a:ext>
                  </a:extLst>
                </a:gridCol>
                <a:gridCol w="3773087">
                  <a:extLst>
                    <a:ext uri="{9D8B030D-6E8A-4147-A177-3AD203B41FA5}">
                      <a16:colId xmlns:a16="http://schemas.microsoft.com/office/drawing/2014/main" val="2643953141"/>
                    </a:ext>
                  </a:extLst>
                </a:gridCol>
              </a:tblGrid>
              <a:tr h="34542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500" dirty="0"/>
                    </a:p>
                  </a:txBody>
                  <a:tcPr marL="77838" marR="77838" marT="38919" marB="38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C# Source Generators</a:t>
                      </a:r>
                    </a:p>
                  </a:txBody>
                  <a:tcPr marL="77838" marR="77838" marT="38919" marB="38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Generative AI</a:t>
                      </a:r>
                    </a:p>
                  </a:txBody>
                  <a:tcPr marL="77838" marR="77838" marT="38919" marB="38919" anchor="ctr"/>
                </a:tc>
                <a:extLst>
                  <a:ext uri="{0D108BD9-81ED-4DB2-BD59-A6C34878D82A}">
                    <a16:rowId xmlns:a16="http://schemas.microsoft.com/office/drawing/2014/main" val="3512491805"/>
                  </a:ext>
                </a:extLst>
              </a:tr>
              <a:tr h="3454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/>
                        <a:t>Style</a:t>
                      </a:r>
                      <a:endParaRPr lang="en-US" sz="1500" dirty="0"/>
                    </a:p>
                  </a:txBody>
                  <a:tcPr marL="77838" marR="77838" marT="38919" marB="38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Deterministic</a:t>
                      </a:r>
                    </a:p>
                  </a:txBody>
                  <a:tcPr marL="77838" marR="77838" marT="38919" marB="38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Non-Deterministic</a:t>
                      </a:r>
                    </a:p>
                  </a:txBody>
                  <a:tcPr marL="77838" marR="77838" marT="38919" marB="38919" anchor="ctr"/>
                </a:tc>
                <a:extLst>
                  <a:ext uri="{0D108BD9-81ED-4DB2-BD59-A6C34878D82A}">
                    <a16:rowId xmlns:a16="http://schemas.microsoft.com/office/drawing/2014/main" val="1390530232"/>
                  </a:ext>
                </a:extLst>
              </a:tr>
              <a:tr h="576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/>
                        <a:t>Trigger</a:t>
                      </a:r>
                      <a:endParaRPr lang="en-US" sz="1500" dirty="0"/>
                    </a:p>
                  </a:txBody>
                  <a:tcPr marL="77838" marR="77838" marT="38919" marB="38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Runs during compilation and on related change</a:t>
                      </a:r>
                    </a:p>
                  </a:txBody>
                  <a:tcPr marL="77838" marR="77838" marT="38919" marB="38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Runs on demand during code editing or via prompts</a:t>
                      </a:r>
                    </a:p>
                  </a:txBody>
                  <a:tcPr marL="77838" marR="77838" marT="38919" marB="38919" anchor="ctr"/>
                </a:tc>
                <a:extLst>
                  <a:ext uri="{0D108BD9-81ED-4DB2-BD59-A6C34878D82A}">
                    <a16:rowId xmlns:a16="http://schemas.microsoft.com/office/drawing/2014/main" val="3427900017"/>
                  </a:ext>
                </a:extLst>
              </a:tr>
              <a:tr h="576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Purpose</a:t>
                      </a:r>
                      <a:endParaRPr lang="en-US" sz="1500"/>
                    </a:p>
                  </a:txBody>
                  <a:tcPr marL="77838" marR="77838" marT="38919" marB="38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Automate boilerplate code, improve performance</a:t>
                      </a:r>
                    </a:p>
                  </a:txBody>
                  <a:tcPr marL="77838" marR="77838" marT="38919" marB="38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Assist with coding, debugging, learning, and productivity</a:t>
                      </a:r>
                    </a:p>
                  </a:txBody>
                  <a:tcPr marL="77838" marR="77838" marT="38919" marB="38919" anchor="ctr"/>
                </a:tc>
                <a:extLst>
                  <a:ext uri="{0D108BD9-81ED-4DB2-BD59-A6C34878D82A}">
                    <a16:rowId xmlns:a16="http://schemas.microsoft.com/office/drawing/2014/main" val="1804895610"/>
                  </a:ext>
                </a:extLst>
              </a:tr>
              <a:tr h="576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Integration</a:t>
                      </a:r>
                      <a:endParaRPr lang="en-US" sz="1500"/>
                    </a:p>
                  </a:txBody>
                  <a:tcPr marL="77838" marR="77838" marT="38919" marB="38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Built into .NET ecosystem</a:t>
                      </a:r>
                    </a:p>
                  </a:txBody>
                  <a:tcPr marL="77838" marR="77838" marT="38919" marB="38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IDE extensions (e.g., VS Code, Visual Studio, JetBrains)</a:t>
                      </a:r>
                    </a:p>
                  </a:txBody>
                  <a:tcPr marL="77838" marR="77838" marT="38919" marB="38919" anchor="ctr"/>
                </a:tc>
                <a:extLst>
                  <a:ext uri="{0D108BD9-81ED-4DB2-BD59-A6C34878D82A}">
                    <a16:rowId xmlns:a16="http://schemas.microsoft.com/office/drawing/2014/main" val="1881945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96445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88C26-4680-9551-8380-465F5C2FB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LoggerMessage</a:t>
            </a:r>
            <a:r>
              <a:rPr lang="en-US" dirty="0"/>
              <a:t> - .NET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3B6D5-81AA-002C-1FFB-B84BF3E78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516" y="1347614"/>
            <a:ext cx="8712968" cy="2739751"/>
          </a:xfrm>
          <a:solidFill>
            <a:schemeClr val="tx1"/>
          </a:solidFill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000" b="0" i="0" dirty="0">
                <a:solidFill>
                  <a:srgbClr val="0101FD"/>
                </a:solidFill>
                <a:effectLst/>
                <a:latin typeface="SFMono-Regular"/>
              </a:rPr>
              <a:t>public</a:t>
            </a:r>
            <a:r>
              <a:rPr lang="en-US" sz="2000" b="0" i="0" dirty="0">
                <a:solidFill>
                  <a:srgbClr val="161616"/>
                </a:solidFill>
                <a:effectLst/>
                <a:latin typeface="SFMono-Regular"/>
              </a:rPr>
              <a:t> </a:t>
            </a:r>
            <a:r>
              <a:rPr lang="en-US" sz="2000" b="0" i="0" dirty="0">
                <a:solidFill>
                  <a:srgbClr val="0101FD"/>
                </a:solidFill>
                <a:effectLst/>
                <a:latin typeface="SFMono-Regular"/>
              </a:rPr>
              <a:t>static</a:t>
            </a:r>
            <a:r>
              <a:rPr lang="en-US" sz="2000" b="0" i="0" dirty="0">
                <a:solidFill>
                  <a:srgbClr val="161616"/>
                </a:solidFill>
                <a:effectLst/>
                <a:latin typeface="SFMono-Regular"/>
              </a:rPr>
              <a:t> </a:t>
            </a:r>
            <a:r>
              <a:rPr lang="en-US" sz="2000" b="0" i="0" dirty="0">
                <a:solidFill>
                  <a:srgbClr val="0101FD"/>
                </a:solidFill>
                <a:effectLst/>
                <a:latin typeface="SFMono-Regular"/>
              </a:rPr>
              <a:t>partial</a:t>
            </a:r>
            <a:r>
              <a:rPr lang="en-US" sz="2000" b="0" i="0" dirty="0">
                <a:solidFill>
                  <a:srgbClr val="161616"/>
                </a:solidFill>
                <a:effectLst/>
                <a:latin typeface="SFMono-Regular"/>
              </a:rPr>
              <a:t> </a:t>
            </a:r>
            <a:r>
              <a:rPr lang="en-US" sz="2000" b="0" i="0" dirty="0">
                <a:solidFill>
                  <a:srgbClr val="0101FD"/>
                </a:solidFill>
                <a:effectLst/>
                <a:latin typeface="SFMono-Regular"/>
              </a:rPr>
              <a:t>class</a:t>
            </a:r>
            <a:r>
              <a:rPr lang="en-US" sz="2000" b="0" i="0" dirty="0">
                <a:solidFill>
                  <a:srgbClr val="161616"/>
                </a:solidFill>
                <a:effectLst/>
                <a:latin typeface="SFMono-Regular"/>
              </a:rPr>
              <a:t> </a:t>
            </a:r>
            <a:r>
              <a:rPr lang="en-US" sz="2000" b="0" i="0" dirty="0">
                <a:solidFill>
                  <a:srgbClr val="006881"/>
                </a:solidFill>
                <a:effectLst/>
                <a:latin typeface="SFMono-Regular"/>
              </a:rPr>
              <a:t>Log</a:t>
            </a:r>
            <a:r>
              <a:rPr lang="en-US" sz="2000" b="0" i="0" dirty="0">
                <a:solidFill>
                  <a:srgbClr val="161616"/>
                </a:solidFill>
                <a:effectLst/>
                <a:latin typeface="SFMono-Regular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i="0" dirty="0">
                <a:solidFill>
                  <a:srgbClr val="161616"/>
                </a:solidFill>
                <a:effectLst/>
                <a:latin typeface="SFMono-Regular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i="0" dirty="0">
                <a:solidFill>
                  <a:srgbClr val="161616"/>
                </a:solidFill>
                <a:effectLst/>
                <a:latin typeface="SFMono-Regular"/>
              </a:rPr>
              <a:t>   [</a:t>
            </a:r>
            <a:r>
              <a:rPr lang="en-US" sz="2000" b="0" i="0" dirty="0" err="1">
                <a:solidFill>
                  <a:srgbClr val="006881"/>
                </a:solidFill>
                <a:effectLst/>
                <a:latin typeface="SFMono-Regular"/>
              </a:rPr>
              <a:t>LoggerMessage</a:t>
            </a:r>
            <a:r>
              <a:rPr lang="en-US" sz="2000" b="0" i="0" dirty="0">
                <a:solidFill>
                  <a:srgbClr val="006881"/>
                </a:solidFill>
                <a:effectLst/>
                <a:latin typeface="SFMono-Regular"/>
              </a:rPr>
              <a:t>(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i="0" dirty="0">
                <a:solidFill>
                  <a:srgbClr val="006881"/>
                </a:solidFill>
                <a:effectLst/>
                <a:latin typeface="SFMono-Regular"/>
              </a:rPr>
              <a:t>        </a:t>
            </a:r>
            <a:r>
              <a:rPr lang="en-US" sz="2000" b="0" i="0" dirty="0" err="1">
                <a:solidFill>
                  <a:srgbClr val="006881"/>
                </a:solidFill>
                <a:effectLst/>
                <a:latin typeface="SFMono-Regular"/>
              </a:rPr>
              <a:t>EventId</a:t>
            </a:r>
            <a:r>
              <a:rPr lang="en-US" sz="2000" b="0" i="0" dirty="0">
                <a:solidFill>
                  <a:srgbClr val="006881"/>
                </a:solidFill>
                <a:effectLst/>
                <a:latin typeface="SFMono-Regular"/>
              </a:rPr>
              <a:t> = 0,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i="0" dirty="0">
                <a:solidFill>
                  <a:srgbClr val="006881"/>
                </a:solidFill>
                <a:effectLst/>
                <a:latin typeface="SFMono-Regular"/>
              </a:rPr>
              <a:t>        Level = </a:t>
            </a:r>
            <a:r>
              <a:rPr lang="en-US" sz="2000" b="0" i="0" dirty="0" err="1">
                <a:solidFill>
                  <a:srgbClr val="006881"/>
                </a:solidFill>
                <a:effectLst/>
                <a:latin typeface="SFMono-Regular"/>
              </a:rPr>
              <a:t>LogLevel.Critical</a:t>
            </a:r>
            <a:r>
              <a:rPr lang="en-US" sz="2000" b="0" i="0" dirty="0">
                <a:solidFill>
                  <a:srgbClr val="006881"/>
                </a:solidFill>
                <a:effectLst/>
                <a:latin typeface="SFMono-Regular"/>
              </a:rPr>
              <a:t>,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6881"/>
                </a:solidFill>
                <a:latin typeface="SFMono-Regular"/>
              </a:rPr>
              <a:t>        </a:t>
            </a:r>
            <a:r>
              <a:rPr lang="en-US" sz="2000" b="0" i="0" dirty="0">
                <a:solidFill>
                  <a:srgbClr val="006881"/>
                </a:solidFill>
                <a:effectLst/>
                <a:latin typeface="SFMono-Regular"/>
              </a:rPr>
              <a:t>Message = </a:t>
            </a:r>
            <a:r>
              <a:rPr lang="en-US" sz="2000" b="0" i="0" dirty="0">
                <a:solidFill>
                  <a:srgbClr val="A31515"/>
                </a:solidFill>
                <a:effectLst/>
                <a:latin typeface="SFMono-Regular"/>
              </a:rPr>
              <a:t>"Could not open socket to `{</a:t>
            </a:r>
            <a:r>
              <a:rPr lang="en-US" sz="2000" b="0" i="0" dirty="0" err="1">
                <a:solidFill>
                  <a:srgbClr val="A31515"/>
                </a:solidFill>
                <a:effectLst/>
                <a:latin typeface="SFMono-Regular"/>
              </a:rPr>
              <a:t>hostName</a:t>
            </a:r>
            <a:r>
              <a:rPr lang="en-US" sz="2000" b="0" i="0" dirty="0">
                <a:solidFill>
                  <a:srgbClr val="A31515"/>
                </a:solidFill>
                <a:effectLst/>
                <a:latin typeface="SFMono-Regular"/>
              </a:rPr>
              <a:t>}`"</a:t>
            </a:r>
            <a:r>
              <a:rPr lang="en-US" sz="2000" b="0" i="0" dirty="0">
                <a:solidFill>
                  <a:srgbClr val="006881"/>
                </a:solidFill>
                <a:effectLst/>
                <a:latin typeface="SFMono-Regular"/>
              </a:rPr>
              <a:t>)</a:t>
            </a:r>
            <a:r>
              <a:rPr lang="en-US" sz="2000" b="0" i="0" dirty="0">
                <a:solidFill>
                  <a:srgbClr val="161616"/>
                </a:solidFill>
                <a:effectLst/>
                <a:latin typeface="SFMono-Regular"/>
              </a:rPr>
              <a:t>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i="0" dirty="0">
                <a:solidFill>
                  <a:srgbClr val="161616"/>
                </a:solidFill>
                <a:effectLst/>
                <a:latin typeface="SFMono-Regular"/>
              </a:rPr>
              <a:t>   </a:t>
            </a:r>
            <a:r>
              <a:rPr lang="en-US" sz="2000" b="0" i="0" dirty="0">
                <a:solidFill>
                  <a:srgbClr val="0101FD"/>
                </a:solidFill>
                <a:effectLst/>
                <a:latin typeface="SFMono-Regular"/>
              </a:rPr>
              <a:t>public</a:t>
            </a:r>
            <a:r>
              <a:rPr lang="en-US" sz="2000" b="0" i="0" dirty="0">
                <a:solidFill>
                  <a:srgbClr val="161616"/>
                </a:solidFill>
                <a:effectLst/>
                <a:latin typeface="SFMono-Regular"/>
              </a:rPr>
              <a:t> </a:t>
            </a:r>
            <a:r>
              <a:rPr lang="en-US" sz="2000" b="0" i="0" dirty="0">
                <a:solidFill>
                  <a:srgbClr val="0101FD"/>
                </a:solidFill>
                <a:effectLst/>
                <a:latin typeface="SFMono-Regular"/>
              </a:rPr>
              <a:t>static</a:t>
            </a:r>
            <a:r>
              <a:rPr lang="en-US" sz="2000" b="0" i="0" dirty="0">
                <a:solidFill>
                  <a:srgbClr val="161616"/>
                </a:solidFill>
                <a:effectLst/>
                <a:latin typeface="SFMono-Regular"/>
              </a:rPr>
              <a:t> </a:t>
            </a:r>
            <a:r>
              <a:rPr lang="en-US" sz="2000" b="0" i="0" dirty="0">
                <a:solidFill>
                  <a:srgbClr val="0101FD"/>
                </a:solidFill>
                <a:effectLst/>
                <a:latin typeface="SFMono-Regular"/>
              </a:rPr>
              <a:t>partial</a:t>
            </a:r>
            <a:r>
              <a:rPr lang="en-US" sz="2000" b="0" i="0" dirty="0">
                <a:solidFill>
                  <a:srgbClr val="161616"/>
                </a:solidFill>
                <a:effectLst/>
                <a:latin typeface="SFMono-Regular"/>
              </a:rPr>
              <a:t> </a:t>
            </a:r>
            <a:r>
              <a:rPr lang="en-US" sz="2000" b="0" i="0" dirty="0">
                <a:solidFill>
                  <a:srgbClr val="0101FD"/>
                </a:solidFill>
                <a:effectLst/>
                <a:latin typeface="SFMono-Regular"/>
              </a:rPr>
              <a:t>void</a:t>
            </a:r>
            <a:r>
              <a:rPr lang="en-US" sz="2000" b="0" i="0" dirty="0">
                <a:solidFill>
                  <a:srgbClr val="161616"/>
                </a:solidFill>
                <a:effectLst/>
                <a:latin typeface="SFMono-Regular"/>
              </a:rPr>
              <a:t> </a:t>
            </a:r>
            <a:r>
              <a:rPr lang="en-US" sz="2000" b="0" i="0" dirty="0" err="1">
                <a:solidFill>
                  <a:srgbClr val="006881"/>
                </a:solidFill>
                <a:effectLst/>
                <a:latin typeface="SFMono-Regular"/>
              </a:rPr>
              <a:t>CouldNotOpenSocket</a:t>
            </a:r>
            <a:r>
              <a:rPr lang="en-US" sz="2000" b="0" i="0" dirty="0">
                <a:solidFill>
                  <a:srgbClr val="161616"/>
                </a:solidFill>
                <a:effectLst/>
                <a:latin typeface="SFMono-Regular"/>
              </a:rPr>
              <a:t>(</a:t>
            </a:r>
            <a:r>
              <a:rPr lang="en-US" sz="2000" b="0" i="0" dirty="0" err="1">
                <a:solidFill>
                  <a:srgbClr val="161616"/>
                </a:solidFill>
                <a:effectLst/>
                <a:latin typeface="SFMono-Regular"/>
              </a:rPr>
              <a:t>ILogger</a:t>
            </a:r>
            <a:r>
              <a:rPr lang="en-US" sz="2000" b="0" i="0" dirty="0">
                <a:solidFill>
                  <a:srgbClr val="161616"/>
                </a:solidFill>
                <a:effectLst/>
                <a:latin typeface="SFMono-Regular"/>
              </a:rPr>
              <a:t> logger, </a:t>
            </a:r>
            <a:r>
              <a:rPr lang="en-US" sz="2000" b="0" i="0" dirty="0">
                <a:solidFill>
                  <a:srgbClr val="0101FD"/>
                </a:solidFill>
                <a:effectLst/>
                <a:latin typeface="SFMono-Regular"/>
              </a:rPr>
              <a:t>string</a:t>
            </a:r>
            <a:r>
              <a:rPr lang="en-US" sz="2000" b="0" i="0" dirty="0">
                <a:solidFill>
                  <a:srgbClr val="161616"/>
                </a:solidFill>
                <a:effectLst/>
                <a:latin typeface="SFMono-Regular"/>
              </a:rPr>
              <a:t> </a:t>
            </a:r>
            <a:r>
              <a:rPr lang="en-US" sz="2000" b="0" i="0" dirty="0" err="1">
                <a:solidFill>
                  <a:srgbClr val="161616"/>
                </a:solidFill>
                <a:effectLst/>
                <a:latin typeface="SFMono-Regular"/>
              </a:rPr>
              <a:t>hostName</a:t>
            </a:r>
            <a:r>
              <a:rPr lang="en-US" sz="2000" b="0" i="0" dirty="0">
                <a:solidFill>
                  <a:srgbClr val="161616"/>
                </a:solidFill>
                <a:effectLst/>
                <a:latin typeface="SFMono-Regular"/>
              </a:rPr>
              <a:t>);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i="0" dirty="0">
                <a:solidFill>
                  <a:srgbClr val="161616"/>
                </a:solidFill>
                <a:effectLst/>
                <a:latin typeface="SFMono-Regular"/>
              </a:rPr>
              <a:t>}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81AE6B-3956-B1F2-1DC6-9EAAAAAD1FD5}"/>
              </a:ext>
            </a:extLst>
          </p:cNvPr>
          <p:cNvSpPr txBox="1"/>
          <p:nvPr/>
        </p:nvSpPr>
        <p:spPr>
          <a:xfrm>
            <a:off x="856060" y="4653702"/>
            <a:ext cx="78512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dirty="0"/>
              <a:t>https://learn.microsoft.com/en-us/dotnet/core/extensions/logger-message-generator</a:t>
            </a:r>
          </a:p>
        </p:txBody>
      </p:sp>
    </p:spTree>
    <p:extLst>
      <p:ext uri="{BB962C8B-B14F-4D97-AF65-F5344CB8AC3E}">
        <p14:creationId xmlns:p14="http://schemas.microsoft.com/office/powerpoint/2010/main" val="1555313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FE109-5F2D-60C8-665E-3244E1D69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GeneratedRegex</a:t>
            </a:r>
            <a:r>
              <a:rPr lang="en-US" dirty="0"/>
              <a:t> - .NET 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2E4511-1E2F-471A-B93F-99373C3F7780}"/>
              </a:ext>
            </a:extLst>
          </p:cNvPr>
          <p:cNvSpPr txBox="1"/>
          <p:nvPr/>
        </p:nvSpPr>
        <p:spPr>
          <a:xfrm>
            <a:off x="660049" y="1139271"/>
            <a:ext cx="7776864" cy="147732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61616"/>
                </a:solidFill>
                <a:effectLst/>
                <a:latin typeface="SFMono-Regular"/>
              </a:rPr>
              <a:t>[</a:t>
            </a:r>
            <a:r>
              <a:rPr lang="en-US" b="0" i="0" dirty="0" err="1">
                <a:solidFill>
                  <a:srgbClr val="006881"/>
                </a:solidFill>
                <a:effectLst/>
                <a:latin typeface="SFMono-Regular"/>
              </a:rPr>
              <a:t>GeneratedRegex</a:t>
            </a:r>
            <a:r>
              <a:rPr lang="en-US" b="0" i="0" dirty="0">
                <a:solidFill>
                  <a:srgbClr val="006881"/>
                </a:solidFill>
                <a:effectLst/>
                <a:latin typeface="SFMono-Regular"/>
              </a:rPr>
              <a:t>(@</a:t>
            </a:r>
            <a:r>
              <a:rPr lang="en-US" b="0" i="0" dirty="0">
                <a:solidFill>
                  <a:srgbClr val="A31515"/>
                </a:solidFill>
                <a:effectLst/>
                <a:latin typeface="SFMono-Regular"/>
              </a:rPr>
              <a:t>"</a:t>
            </a:r>
            <a:r>
              <a:rPr lang="en-US" sz="1800" dirty="0">
                <a:solidFill>
                  <a:srgbClr val="800000"/>
                </a:solidFill>
                <a:latin typeface="SFMono-Regular"/>
              </a:rPr>
              <a:t>([\w\.\-]+)@([\w\-]+)((\.(\w){2,3})+)$</a:t>
            </a:r>
            <a:r>
              <a:rPr lang="en-US" b="0" i="0" dirty="0">
                <a:solidFill>
                  <a:srgbClr val="A31515"/>
                </a:solidFill>
                <a:effectLst/>
                <a:latin typeface="SFMono-Regular"/>
              </a:rPr>
              <a:t>"</a:t>
            </a:r>
            <a:r>
              <a:rPr lang="en-US" b="0" i="0" dirty="0">
                <a:solidFill>
                  <a:srgbClr val="006881"/>
                </a:solidFill>
                <a:effectLst/>
                <a:latin typeface="SFMono-Regular"/>
              </a:rPr>
              <a:t>, </a:t>
            </a:r>
          </a:p>
          <a:p>
            <a:r>
              <a:rPr lang="en-US" dirty="0">
                <a:solidFill>
                  <a:srgbClr val="006881"/>
                </a:solidFill>
                <a:latin typeface="SFMono-Regular"/>
              </a:rPr>
              <a:t>                                </a:t>
            </a:r>
            <a:r>
              <a:rPr lang="en-US" b="0" i="0" dirty="0" err="1">
                <a:solidFill>
                  <a:srgbClr val="006881"/>
                </a:solidFill>
                <a:effectLst/>
                <a:latin typeface="SFMono-Regular"/>
              </a:rPr>
              <a:t>RegexOptions.IgnoreCase</a:t>
            </a:r>
            <a:r>
              <a:rPr lang="en-US" b="0" i="0" dirty="0">
                <a:solidFill>
                  <a:srgbClr val="006881"/>
                </a:solidFill>
                <a:effectLst/>
                <a:latin typeface="SFMono-Regular"/>
              </a:rPr>
              <a:t>, </a:t>
            </a:r>
            <a:r>
              <a:rPr lang="en-US" b="0" i="0" dirty="0">
                <a:solidFill>
                  <a:srgbClr val="A31515"/>
                </a:solidFill>
                <a:effectLst/>
                <a:latin typeface="SFMono-Regular"/>
              </a:rPr>
              <a:t>"</a:t>
            </a:r>
            <a:r>
              <a:rPr lang="en-US" b="0" i="0" dirty="0" err="1">
                <a:solidFill>
                  <a:srgbClr val="A31515"/>
                </a:solidFill>
                <a:effectLst/>
                <a:latin typeface="SFMono-Regular"/>
              </a:rPr>
              <a:t>en</a:t>
            </a:r>
            <a:r>
              <a:rPr lang="en-US" b="0" i="0" dirty="0">
                <a:solidFill>
                  <a:srgbClr val="A31515"/>
                </a:solidFill>
                <a:effectLst/>
                <a:latin typeface="SFMono-Regular"/>
              </a:rPr>
              <a:t>-US"</a:t>
            </a:r>
            <a:r>
              <a:rPr lang="en-US" b="0" i="0" dirty="0">
                <a:solidFill>
                  <a:srgbClr val="006881"/>
                </a:solidFill>
                <a:effectLst/>
                <a:latin typeface="SFMono-Regular"/>
              </a:rPr>
              <a:t>)</a:t>
            </a:r>
            <a:r>
              <a:rPr lang="en-US" b="0" i="0" dirty="0">
                <a:solidFill>
                  <a:srgbClr val="161616"/>
                </a:solidFill>
                <a:effectLst/>
                <a:latin typeface="SFMono-Regular"/>
              </a:rPr>
              <a:t>] </a:t>
            </a:r>
          </a:p>
          <a:p>
            <a:r>
              <a:rPr lang="en-US" b="0" i="0" dirty="0">
                <a:solidFill>
                  <a:srgbClr val="0101FD"/>
                </a:solidFill>
                <a:effectLst/>
                <a:latin typeface="SFMono-Regular"/>
              </a:rPr>
              <a:t>private</a:t>
            </a:r>
            <a:r>
              <a:rPr lang="en-US" b="0" i="0" dirty="0">
                <a:solidFill>
                  <a:srgbClr val="161616"/>
                </a:solidFill>
                <a:effectLst/>
                <a:latin typeface="SFMono-Regular"/>
              </a:rPr>
              <a:t> </a:t>
            </a:r>
            <a:r>
              <a:rPr lang="en-US" b="0" i="0" dirty="0">
                <a:solidFill>
                  <a:srgbClr val="0101FD"/>
                </a:solidFill>
                <a:effectLst/>
                <a:latin typeface="SFMono-Regular"/>
              </a:rPr>
              <a:t>static</a:t>
            </a:r>
            <a:r>
              <a:rPr lang="en-US" b="0" i="0" dirty="0">
                <a:solidFill>
                  <a:srgbClr val="161616"/>
                </a:solidFill>
                <a:effectLst/>
                <a:latin typeface="SFMono-Regular"/>
              </a:rPr>
              <a:t> </a:t>
            </a:r>
            <a:r>
              <a:rPr lang="en-US" b="0" i="0" dirty="0">
                <a:solidFill>
                  <a:srgbClr val="0101FD"/>
                </a:solidFill>
                <a:effectLst/>
                <a:latin typeface="SFMono-Regular"/>
              </a:rPr>
              <a:t>partial</a:t>
            </a:r>
            <a:r>
              <a:rPr lang="en-US" b="0" i="0" dirty="0">
                <a:solidFill>
                  <a:srgbClr val="161616"/>
                </a:solidFill>
                <a:effectLst/>
                <a:latin typeface="SFMono-Regular"/>
              </a:rPr>
              <a:t> Regex </a:t>
            </a:r>
            <a:r>
              <a:rPr lang="en-US" b="0" i="0" dirty="0" err="1">
                <a:solidFill>
                  <a:srgbClr val="006881"/>
                </a:solidFill>
                <a:effectLst/>
                <a:latin typeface="SFMono-Regular"/>
              </a:rPr>
              <a:t>EmailRegex</a:t>
            </a:r>
            <a:r>
              <a:rPr lang="en-US" b="0" i="0" dirty="0">
                <a:solidFill>
                  <a:srgbClr val="161616"/>
                </a:solidFill>
                <a:effectLst/>
                <a:latin typeface="SFMono-Regular"/>
              </a:rPr>
              <a:t>(); </a:t>
            </a:r>
          </a:p>
          <a:p>
            <a:endParaRPr lang="en-US" dirty="0">
              <a:solidFill>
                <a:srgbClr val="161616"/>
              </a:solidFill>
              <a:latin typeface="SFMono-Regular"/>
            </a:endParaRPr>
          </a:p>
          <a:p>
            <a:r>
              <a:rPr lang="en-US" b="0" i="0" dirty="0">
                <a:solidFill>
                  <a:srgbClr val="0101FD"/>
                </a:solidFill>
                <a:effectLst/>
                <a:latin typeface="SFMono-Regular"/>
              </a:rPr>
              <a:t>private</a:t>
            </a:r>
            <a:r>
              <a:rPr lang="en-US" b="0" i="0" dirty="0">
                <a:solidFill>
                  <a:srgbClr val="161616"/>
                </a:solidFill>
                <a:effectLst/>
                <a:latin typeface="SFMono-Regular"/>
              </a:rPr>
              <a:t> </a:t>
            </a:r>
            <a:r>
              <a:rPr lang="en-US" b="0" i="0" dirty="0">
                <a:solidFill>
                  <a:srgbClr val="0101FD"/>
                </a:solidFill>
                <a:effectLst/>
                <a:latin typeface="SFMono-Regular"/>
              </a:rPr>
              <a:t>static</a:t>
            </a:r>
            <a:r>
              <a:rPr lang="en-US" b="0" i="0" dirty="0">
                <a:solidFill>
                  <a:srgbClr val="161616"/>
                </a:solidFill>
                <a:effectLst/>
                <a:latin typeface="SFMono-Regular"/>
              </a:rPr>
              <a:t> </a:t>
            </a:r>
            <a:r>
              <a:rPr lang="en-US" b="0" i="0" dirty="0">
                <a:solidFill>
                  <a:srgbClr val="0101FD"/>
                </a:solidFill>
                <a:effectLst/>
                <a:latin typeface="SFMono-Regular"/>
              </a:rPr>
              <a:t>bool</a:t>
            </a:r>
            <a:r>
              <a:rPr lang="en-US" b="0" i="0" dirty="0">
                <a:solidFill>
                  <a:srgbClr val="161616"/>
                </a:solidFill>
                <a:effectLst/>
                <a:latin typeface="SFMono-Regular"/>
              </a:rPr>
              <a:t> </a:t>
            </a:r>
            <a:r>
              <a:rPr lang="en-US" b="0" i="0" dirty="0" err="1">
                <a:solidFill>
                  <a:srgbClr val="006881"/>
                </a:solidFill>
                <a:effectLst/>
                <a:latin typeface="SFMono-Regular"/>
              </a:rPr>
              <a:t>ValidateEmail</a:t>
            </a:r>
            <a:r>
              <a:rPr lang="en-US" b="0" i="0" dirty="0">
                <a:solidFill>
                  <a:srgbClr val="161616"/>
                </a:solidFill>
                <a:effectLst/>
                <a:latin typeface="SFMono-Regular"/>
              </a:rPr>
              <a:t>(</a:t>
            </a:r>
            <a:r>
              <a:rPr lang="en-US" b="0" i="0" dirty="0">
                <a:solidFill>
                  <a:srgbClr val="0101FD"/>
                </a:solidFill>
                <a:effectLst/>
                <a:latin typeface="SFMono-Regular"/>
              </a:rPr>
              <a:t>string</a:t>
            </a:r>
            <a:r>
              <a:rPr lang="en-US" b="0" i="0" dirty="0">
                <a:solidFill>
                  <a:srgbClr val="161616"/>
                </a:solidFill>
                <a:effectLst/>
                <a:latin typeface="SFMono-Regular"/>
              </a:rPr>
              <a:t> text) =&gt; </a:t>
            </a:r>
            <a:r>
              <a:rPr lang="en-US" b="0" i="0" dirty="0" err="1">
                <a:solidFill>
                  <a:srgbClr val="161616"/>
                </a:solidFill>
                <a:effectLst/>
                <a:latin typeface="SFMono-Regular"/>
              </a:rPr>
              <a:t>EmailRegex</a:t>
            </a:r>
            <a:r>
              <a:rPr lang="en-US" b="0" i="0" dirty="0">
                <a:solidFill>
                  <a:srgbClr val="161616"/>
                </a:solidFill>
                <a:effectLst/>
                <a:latin typeface="SFMono-Regular"/>
              </a:rPr>
              <a:t>().</a:t>
            </a:r>
            <a:r>
              <a:rPr lang="en-US" b="0" i="0" dirty="0" err="1">
                <a:solidFill>
                  <a:srgbClr val="161616"/>
                </a:solidFill>
                <a:effectLst/>
                <a:latin typeface="SFMono-Regular"/>
              </a:rPr>
              <a:t>IsMatch</a:t>
            </a:r>
            <a:r>
              <a:rPr lang="en-US" b="0" i="0" dirty="0">
                <a:solidFill>
                  <a:srgbClr val="161616"/>
                </a:solidFill>
                <a:effectLst/>
                <a:latin typeface="SFMono-Regular"/>
              </a:rPr>
              <a:t>(text));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A755CE-75E4-0D3D-B3BB-0B5AB493F6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733332"/>
              </p:ext>
            </p:extLst>
          </p:nvPr>
        </p:nvGraphicFramePr>
        <p:xfrm>
          <a:off x="578628" y="3052613"/>
          <a:ext cx="7939705" cy="891540"/>
        </p:xfrm>
        <a:graphic>
          <a:graphicData uri="http://schemas.openxmlformats.org/drawingml/2006/table">
            <a:tbl>
              <a:tblPr/>
              <a:tblGrid>
                <a:gridCol w="1944216">
                  <a:extLst>
                    <a:ext uri="{9D8B030D-6E8A-4147-A177-3AD203B41FA5}">
                      <a16:colId xmlns:a16="http://schemas.microsoft.com/office/drawing/2014/main" val="2723300054"/>
                    </a:ext>
                  </a:extLst>
                </a:gridCol>
                <a:gridCol w="1231666">
                  <a:extLst>
                    <a:ext uri="{9D8B030D-6E8A-4147-A177-3AD203B41FA5}">
                      <a16:colId xmlns:a16="http://schemas.microsoft.com/office/drawing/2014/main" val="397729286"/>
                    </a:ext>
                  </a:extLst>
                </a:gridCol>
                <a:gridCol w="1587941">
                  <a:extLst>
                    <a:ext uri="{9D8B030D-6E8A-4147-A177-3AD203B41FA5}">
                      <a16:colId xmlns:a16="http://schemas.microsoft.com/office/drawing/2014/main" val="1959532443"/>
                    </a:ext>
                  </a:extLst>
                </a:gridCol>
                <a:gridCol w="1587941">
                  <a:extLst>
                    <a:ext uri="{9D8B030D-6E8A-4147-A177-3AD203B41FA5}">
                      <a16:colId xmlns:a16="http://schemas.microsoft.com/office/drawing/2014/main" val="1913702492"/>
                    </a:ext>
                  </a:extLst>
                </a:gridCol>
                <a:gridCol w="1587941">
                  <a:extLst>
                    <a:ext uri="{9D8B030D-6E8A-4147-A177-3AD203B41FA5}">
                      <a16:colId xmlns:a16="http://schemas.microsoft.com/office/drawing/2014/main" val="33372964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Method</a:t>
                      </a:r>
                    </a:p>
                  </a:txBody>
                  <a:tcPr anchor="ctr">
                    <a:lnL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>
                          <a:effectLst/>
                        </a:rPr>
                        <a:t>Mean</a:t>
                      </a:r>
                    </a:p>
                  </a:txBody>
                  <a:tcPr anchor="ctr">
                    <a:lnL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>
                          <a:effectLst/>
                        </a:rPr>
                        <a:t>Error</a:t>
                      </a:r>
                    </a:p>
                  </a:txBody>
                  <a:tcPr anchor="ctr">
                    <a:lnL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StdDev</a:t>
                      </a:r>
                    </a:p>
                  </a:txBody>
                  <a:tcPr anchor="ctr">
                    <a:lnL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Ratio</a:t>
                      </a:r>
                    </a:p>
                  </a:txBody>
                  <a:tcPr anchor="ctr">
                    <a:lnL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782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effectLst/>
                        </a:rPr>
                        <a:t>CompiledRegex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86.92 ns</a:t>
                      </a:r>
                    </a:p>
                  </a:txBody>
                  <a:tcPr anchor="ctr">
                    <a:lnL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>
                          <a:effectLst/>
                        </a:rPr>
                        <a:t>0.572 ns</a:t>
                      </a:r>
                    </a:p>
                  </a:txBody>
                  <a:tcPr anchor="ctr">
                    <a:lnL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0.447 ns</a:t>
                      </a:r>
                    </a:p>
                  </a:txBody>
                  <a:tcPr anchor="ctr">
                    <a:lnL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>
                          <a:effectLst/>
                        </a:rPr>
                        <a:t>1.00</a:t>
                      </a:r>
                    </a:p>
                  </a:txBody>
                  <a:tcPr anchor="ctr">
                    <a:lnL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019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SourceGenRegex</a:t>
                      </a:r>
                    </a:p>
                  </a:txBody>
                  <a:tcPr anchor="ctr">
                    <a:lnL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>
                          <a:effectLst/>
                        </a:rPr>
                        <a:t>57.81 ns</a:t>
                      </a:r>
                    </a:p>
                  </a:txBody>
                  <a:tcPr anchor="ctr">
                    <a:lnL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0.860 ns</a:t>
                      </a:r>
                    </a:p>
                  </a:txBody>
                  <a:tcPr anchor="ctr">
                    <a:lnL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0.805 ns</a:t>
                      </a:r>
                    </a:p>
                  </a:txBody>
                  <a:tcPr anchor="ctr">
                    <a:lnL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>
                          <a:effectLst/>
                        </a:rPr>
                        <a:t>0.66</a:t>
                      </a:r>
                    </a:p>
                  </a:txBody>
                  <a:tcPr anchor="ctr">
                    <a:lnL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74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1710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F55EB-CF15-3E64-3E37-795D21900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1900C-69E3-9EB7-0859-91A0DA6BD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System.Text.Json</a:t>
            </a:r>
            <a:r>
              <a:rPr lang="en-US" dirty="0"/>
              <a:t> - .NET 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9C3892-45E9-31F6-3AEC-AF19C5B06AD8}"/>
              </a:ext>
            </a:extLst>
          </p:cNvPr>
          <p:cNvSpPr txBox="1"/>
          <p:nvPr/>
        </p:nvSpPr>
        <p:spPr>
          <a:xfrm>
            <a:off x="683568" y="1555209"/>
            <a:ext cx="7848872" cy="224676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D702"/>
                </a:solidFill>
                <a:latin typeface="Cascadia Mono" panose="020B0609020000020004" pitchFamily="49" charset="0"/>
              </a:rPr>
              <a:t>[</a:t>
            </a:r>
            <a:r>
              <a:rPr lang="en-US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JsonSerializable</a:t>
            </a:r>
            <a:r>
              <a:rPr lang="en-US" sz="1400" dirty="0">
                <a:solidFill>
                  <a:srgbClr val="D86AC2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typeof</a:t>
            </a:r>
            <a:r>
              <a:rPr lang="en-US" sz="1400" dirty="0">
                <a:solidFill>
                  <a:srgbClr val="1A94FF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Person</a:t>
            </a:r>
            <a:r>
              <a:rPr lang="en-US" sz="1400" dirty="0">
                <a:solidFill>
                  <a:srgbClr val="1A94FF"/>
                </a:solidFill>
                <a:latin typeface="Cascadia Mono" panose="020B0609020000020004" pitchFamily="49" charset="0"/>
              </a:rPr>
              <a:t>)</a:t>
            </a:r>
            <a:r>
              <a:rPr lang="en-US" sz="1400" dirty="0">
                <a:solidFill>
                  <a:srgbClr val="D86AC2"/>
                </a:solidFill>
                <a:latin typeface="Cascadia Mono" panose="020B0609020000020004" pitchFamily="49" charset="0"/>
              </a:rPr>
              <a:t>)</a:t>
            </a:r>
            <a:r>
              <a:rPr lang="en-US" sz="1400" dirty="0">
                <a:solidFill>
                  <a:srgbClr val="FFD702"/>
                </a:solidFill>
                <a:latin typeface="Cascadia Mono" panose="020B0609020000020004" pitchFamily="49" charset="0"/>
              </a:rPr>
              <a:t>]</a:t>
            </a:r>
          </a:p>
          <a:p>
            <a:r>
              <a:rPr lang="pt-B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internal</a:t>
            </a:r>
            <a:r>
              <a:rPr lang="pt-B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pt-B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partial</a:t>
            </a:r>
            <a:r>
              <a:rPr lang="pt-B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pt-B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pt-B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pt-BR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JsonContext</a:t>
            </a:r>
            <a:r>
              <a:rPr lang="pt-B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pt-BR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JsonSerializerContext</a:t>
            </a:r>
          </a:p>
          <a:p>
            <a:r>
              <a:rPr lang="en-US" sz="1400" dirty="0">
                <a:solidFill>
                  <a:srgbClr val="FFD702"/>
                </a:solidFill>
                <a:latin typeface="Cascadia Mono" panose="020B0609020000020004" pitchFamily="49" charset="0"/>
              </a:rPr>
              <a:t>{ }</a:t>
            </a:r>
          </a:p>
          <a:p>
            <a:endParaRPr lang="en-US" sz="1400" dirty="0">
              <a:solidFill>
                <a:srgbClr val="FFD702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person =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Person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US" sz="1400" dirty="0">
                <a:solidFill>
                  <a:srgbClr val="1A94FF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400" dirty="0">
                <a:solidFill>
                  <a:srgbClr val="1A94FF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FirstName = 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"Jim"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LastName = 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"Wooley”</a:t>
            </a:r>
          </a:p>
          <a:p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1A94FF"/>
                </a:solidFill>
                <a:latin typeface="Cascadia Mono" panose="020B0609020000020004" pitchFamily="49" charset="0"/>
              </a:rPr>
              <a:t>}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pt-B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pt-B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json = </a:t>
            </a:r>
            <a:r>
              <a:rPr lang="pt-BR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JsonSerializer</a:t>
            </a:r>
            <a:r>
              <a:rPr lang="pt-B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.Serialize</a:t>
            </a:r>
            <a:r>
              <a:rPr lang="pt-BR" sz="1400" dirty="0">
                <a:solidFill>
                  <a:srgbClr val="1A94FF"/>
                </a:solidFill>
                <a:latin typeface="Cascadia Mono" panose="020B0609020000020004" pitchFamily="49" charset="0"/>
              </a:rPr>
              <a:t>(</a:t>
            </a:r>
            <a:r>
              <a:rPr lang="pt-B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person, </a:t>
            </a:r>
            <a:r>
              <a:rPr lang="pt-BR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JsonContext</a:t>
            </a:r>
            <a:r>
              <a:rPr lang="pt-B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.Default.Person</a:t>
            </a:r>
            <a:r>
              <a:rPr lang="pt-BR" sz="1400" dirty="0">
                <a:solidFill>
                  <a:srgbClr val="1A94FF"/>
                </a:solidFill>
                <a:latin typeface="Cascadia Mono" panose="020B0609020000020004" pitchFamily="49" charset="0"/>
              </a:rPr>
              <a:t>)</a:t>
            </a:r>
            <a:r>
              <a:rPr lang="pt-B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en-US" sz="1400" dirty="0">
              <a:solidFill>
                <a:srgbClr val="161616"/>
              </a:solidFill>
              <a:latin typeface="SFMono-Regula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327DEB-B15D-F652-6E4E-C2FA2709B4E2}"/>
              </a:ext>
            </a:extLst>
          </p:cNvPr>
          <p:cNvSpPr txBox="1"/>
          <p:nvPr/>
        </p:nvSpPr>
        <p:spPr>
          <a:xfrm>
            <a:off x="1115616" y="4585907"/>
            <a:ext cx="73448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2"/>
              </a:rPr>
              <a:t>https://devblogs.microsoft.com/dotnet/performance-improvements-in-aspnet-core-8/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94640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BE0CF-830B-D2AD-475B-9D75C0C65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D7C46-9511-AC38-0437-F9A61B0A3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507288" cy="857250"/>
          </a:xfrm>
        </p:spPr>
        <p:txBody>
          <a:bodyPr/>
          <a:lstStyle/>
          <a:p>
            <a:r>
              <a:rPr lang="en-US" dirty="0"/>
              <a:t>Blazor form validation - </a:t>
            </a:r>
            <a:r>
              <a:rPr lang="en-US" dirty="0" err="1"/>
              <a:t>.Net</a:t>
            </a:r>
            <a:r>
              <a:rPr lang="en-US" dirty="0"/>
              <a:t> 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220C4F-2BFA-2B1C-7961-0947FD27DBE1}"/>
              </a:ext>
            </a:extLst>
          </p:cNvPr>
          <p:cNvSpPr txBox="1"/>
          <p:nvPr/>
        </p:nvSpPr>
        <p:spPr>
          <a:xfrm>
            <a:off x="457200" y="1024489"/>
            <a:ext cx="7427168" cy="397031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chemeClr val="bg1"/>
                </a:solidFill>
              </a:rPr>
              <a:t>builder.Services.AddValidation</a:t>
            </a:r>
            <a:r>
              <a:rPr lang="en-US" sz="1200" dirty="0">
                <a:solidFill>
                  <a:schemeClr val="bg1"/>
                </a:solidFill>
              </a:rPr>
              <a:t>();</a:t>
            </a:r>
            <a:endParaRPr lang="en-US" sz="1200" dirty="0">
              <a:solidFill>
                <a:schemeClr val="bg1"/>
              </a:solidFill>
              <a:latin typeface="Cascadia Mono" panose="020B0609020000020004" pitchFamily="49" charset="0"/>
            </a:endParaRPr>
          </a:p>
          <a:p>
            <a:endParaRPr lang="en-US" sz="1200" dirty="0">
              <a:solidFill>
                <a:schemeClr val="bg1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ascadia Mono" panose="020B0609020000020004" pitchFamily="49" charset="0"/>
              </a:rPr>
              <a:t>[</a:t>
            </a:r>
            <a:r>
              <a:rPr lang="en-US" sz="1200" dirty="0" err="1">
                <a:solidFill>
                  <a:schemeClr val="bg1"/>
                </a:solidFill>
                <a:latin typeface="Cascadia Mono" panose="020B0609020000020004" pitchFamily="49" charset="0"/>
              </a:rPr>
              <a:t>ValidatableType</a:t>
            </a:r>
            <a:r>
              <a:rPr lang="en-US" sz="1200" dirty="0">
                <a:solidFill>
                  <a:schemeClr val="bg1"/>
                </a:solidFill>
                <a:latin typeface="Cascadia Mono" panose="020B0609020000020004" pitchFamily="49" charset="0"/>
              </a:rPr>
              <a:t>]</a:t>
            </a:r>
          </a:p>
          <a:p>
            <a:r>
              <a:rPr lang="en-US" sz="1200" dirty="0">
                <a:solidFill>
                  <a:schemeClr val="bg1"/>
                </a:solidFill>
                <a:latin typeface="Cascadia Mono" panose="020B0609020000020004" pitchFamily="49" charset="0"/>
              </a:rPr>
              <a:t>public class Order</a:t>
            </a:r>
          </a:p>
          <a:p>
            <a:r>
              <a:rPr lang="en-US" sz="1200" dirty="0">
                <a:solidFill>
                  <a:schemeClr val="bg1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200" dirty="0">
                <a:solidFill>
                  <a:schemeClr val="bg1"/>
                </a:solidFill>
                <a:latin typeface="Cascadia Mono" panose="020B0609020000020004" pitchFamily="49" charset="0"/>
              </a:rPr>
              <a:t>    public Customer </a:t>
            </a:r>
            <a:r>
              <a:rPr lang="en-US" sz="1200" dirty="0" err="1">
                <a:solidFill>
                  <a:schemeClr val="bg1"/>
                </a:solidFill>
                <a:latin typeface="Cascadia Mono" panose="020B0609020000020004" pitchFamily="49" charset="0"/>
              </a:rPr>
              <a:t>Customer</a:t>
            </a:r>
            <a:r>
              <a:rPr lang="en-US" sz="1200" dirty="0">
                <a:solidFill>
                  <a:schemeClr val="bg1"/>
                </a:solidFill>
                <a:latin typeface="Cascadia Mono" panose="020B0609020000020004" pitchFamily="49" charset="0"/>
              </a:rPr>
              <a:t> { get; set; } = new();</a:t>
            </a:r>
          </a:p>
          <a:p>
            <a:r>
              <a:rPr lang="en-US" sz="1200" dirty="0">
                <a:solidFill>
                  <a:schemeClr val="bg1"/>
                </a:solidFill>
                <a:latin typeface="Cascadia Mono" panose="020B0609020000020004" pitchFamily="49" charset="0"/>
              </a:rPr>
              <a:t>    public List&lt;</a:t>
            </a:r>
            <a:r>
              <a:rPr lang="en-US" sz="1200" dirty="0" err="1">
                <a:solidFill>
                  <a:schemeClr val="bg1"/>
                </a:solidFill>
                <a:latin typeface="Cascadia Mono" panose="020B0609020000020004" pitchFamily="49" charset="0"/>
              </a:rPr>
              <a:t>OrderItem</a:t>
            </a:r>
            <a:r>
              <a:rPr lang="en-US" sz="1200" dirty="0">
                <a:solidFill>
                  <a:schemeClr val="bg1"/>
                </a:solidFill>
                <a:latin typeface="Cascadia Mono" panose="020B0609020000020004" pitchFamily="49" charset="0"/>
              </a:rPr>
              <a:t>&gt; </a:t>
            </a:r>
            <a:r>
              <a:rPr lang="en-US" sz="1200" dirty="0" err="1">
                <a:solidFill>
                  <a:schemeClr val="bg1"/>
                </a:solidFill>
                <a:latin typeface="Cascadia Mono" panose="020B0609020000020004" pitchFamily="49" charset="0"/>
              </a:rPr>
              <a:t>OrderItems</a:t>
            </a:r>
            <a:r>
              <a:rPr lang="en-US" sz="1200" dirty="0">
                <a:solidFill>
                  <a:schemeClr val="bg1"/>
                </a:solidFill>
                <a:latin typeface="Cascadia Mono" panose="020B0609020000020004" pitchFamily="49" charset="0"/>
              </a:rPr>
              <a:t> { get; set; } = [];</a:t>
            </a:r>
          </a:p>
          <a:p>
            <a:r>
              <a:rPr lang="en-US" sz="1200" dirty="0">
                <a:solidFill>
                  <a:schemeClr val="bg1"/>
                </a:solidFill>
                <a:latin typeface="Cascadia Mono" panose="020B0609020000020004" pitchFamily="49" charset="0"/>
              </a:rPr>
              <a:t>}</a:t>
            </a:r>
          </a:p>
          <a:p>
            <a:endParaRPr lang="en-US" sz="1200" dirty="0">
              <a:solidFill>
                <a:schemeClr val="bg1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ascadia Mono" panose="020B0609020000020004" pitchFamily="49" charset="0"/>
              </a:rPr>
              <a:t>public class Customer</a:t>
            </a:r>
          </a:p>
          <a:p>
            <a:r>
              <a:rPr lang="en-US" sz="1200" dirty="0">
                <a:solidFill>
                  <a:schemeClr val="bg1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200" dirty="0">
                <a:solidFill>
                  <a:schemeClr val="bg1"/>
                </a:solidFill>
                <a:latin typeface="Cascadia Mono" panose="020B0609020000020004" pitchFamily="49" charset="0"/>
              </a:rPr>
              <a:t>    [Required(</a:t>
            </a:r>
            <a:r>
              <a:rPr lang="en-US" sz="1200" dirty="0" err="1">
                <a:solidFill>
                  <a:schemeClr val="bg1"/>
                </a:solidFill>
                <a:latin typeface="Cascadia Mono" panose="020B0609020000020004" pitchFamily="49" charset="0"/>
              </a:rPr>
              <a:t>ErrorMessage</a:t>
            </a:r>
            <a:r>
              <a:rPr lang="en-US" sz="1200" dirty="0">
                <a:solidFill>
                  <a:schemeClr val="bg1"/>
                </a:solidFill>
                <a:latin typeface="Cascadia Mono" panose="020B0609020000020004" pitchFamily="49" charset="0"/>
              </a:rPr>
              <a:t> = "Name is required.")]</a:t>
            </a:r>
          </a:p>
          <a:p>
            <a:r>
              <a:rPr lang="en-US" sz="1200" dirty="0">
                <a:solidFill>
                  <a:schemeClr val="bg1"/>
                </a:solidFill>
                <a:latin typeface="Cascadia Mono" panose="020B0609020000020004" pitchFamily="49" charset="0"/>
              </a:rPr>
              <a:t>    public string? </a:t>
            </a:r>
            <a:r>
              <a:rPr lang="en-US" sz="1200" dirty="0" err="1">
                <a:solidFill>
                  <a:schemeClr val="bg1"/>
                </a:solidFill>
                <a:latin typeface="Cascadia Mono" panose="020B0609020000020004" pitchFamily="49" charset="0"/>
              </a:rPr>
              <a:t>FullName</a:t>
            </a:r>
            <a:r>
              <a:rPr lang="en-US" sz="1200" dirty="0">
                <a:solidFill>
                  <a:schemeClr val="bg1"/>
                </a:solidFill>
                <a:latin typeface="Cascadia Mono" panose="020B0609020000020004" pitchFamily="49" charset="0"/>
              </a:rPr>
              <a:t> { get; set; }</a:t>
            </a:r>
          </a:p>
          <a:p>
            <a:endParaRPr lang="en-US" sz="1200" dirty="0">
              <a:solidFill>
                <a:schemeClr val="bg1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ascadia Mono" panose="020B0609020000020004" pitchFamily="49" charset="0"/>
              </a:rPr>
              <a:t>    [Required(</a:t>
            </a:r>
            <a:r>
              <a:rPr lang="en-US" sz="1200" dirty="0" err="1">
                <a:solidFill>
                  <a:schemeClr val="bg1"/>
                </a:solidFill>
                <a:latin typeface="Cascadia Mono" panose="020B0609020000020004" pitchFamily="49" charset="0"/>
              </a:rPr>
              <a:t>ErrorMessage</a:t>
            </a:r>
            <a:r>
              <a:rPr lang="en-US" sz="1200" dirty="0">
                <a:solidFill>
                  <a:schemeClr val="bg1"/>
                </a:solidFill>
                <a:latin typeface="Cascadia Mono" panose="020B0609020000020004" pitchFamily="49" charset="0"/>
              </a:rPr>
              <a:t> = "Email is required.")]</a:t>
            </a:r>
          </a:p>
          <a:p>
            <a:r>
              <a:rPr lang="en-US" sz="1200" dirty="0">
                <a:solidFill>
                  <a:schemeClr val="bg1"/>
                </a:solidFill>
                <a:latin typeface="Cascadia Mono" panose="020B0609020000020004" pitchFamily="49" charset="0"/>
              </a:rPr>
              <a:t>    public string? Email { get; set; }</a:t>
            </a:r>
          </a:p>
          <a:p>
            <a:endParaRPr lang="en-US" sz="1200" dirty="0">
              <a:solidFill>
                <a:schemeClr val="bg1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ascadia Mono" panose="020B0609020000020004" pitchFamily="49" charset="0"/>
              </a:rPr>
              <a:t>    public </a:t>
            </a:r>
            <a:r>
              <a:rPr lang="en-US" sz="1200" dirty="0" err="1">
                <a:solidFill>
                  <a:schemeClr val="bg1"/>
                </a:solidFill>
                <a:latin typeface="Cascadia Mono" panose="020B0609020000020004" pitchFamily="49" charset="0"/>
              </a:rPr>
              <a:t>ShippingAddress</a:t>
            </a:r>
            <a:r>
              <a:rPr lang="en-US" sz="1200" dirty="0">
                <a:solidFill>
                  <a:schemeClr val="bg1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scadia Mono" panose="020B0609020000020004" pitchFamily="49" charset="0"/>
              </a:rPr>
              <a:t>ShippingAddress</a:t>
            </a:r>
            <a:r>
              <a:rPr lang="en-US" sz="1200" dirty="0">
                <a:solidFill>
                  <a:schemeClr val="bg1"/>
                </a:solidFill>
                <a:latin typeface="Cascadia Mono" panose="020B0609020000020004" pitchFamily="49" charset="0"/>
              </a:rPr>
              <a:t> { get; set; } = new();</a:t>
            </a:r>
          </a:p>
          <a:p>
            <a:r>
              <a:rPr lang="en-US" sz="1200" dirty="0">
                <a:solidFill>
                  <a:schemeClr val="bg1"/>
                </a:solidFill>
                <a:latin typeface="Cascadia Mono" panose="020B0609020000020004" pitchFamily="49" charset="0"/>
              </a:rPr>
              <a:t>}</a:t>
            </a:r>
          </a:p>
          <a:p>
            <a:endParaRPr lang="en-US" sz="1200" dirty="0">
              <a:solidFill>
                <a:schemeClr val="bg1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&lt;</a:t>
            </a:r>
            <a:r>
              <a:rPr lang="en-US" sz="1200" dirty="0" err="1">
                <a:solidFill>
                  <a:schemeClr val="bg1"/>
                </a:solidFill>
              </a:rPr>
              <a:t>DataAnnotationsValidator</a:t>
            </a:r>
            <a:r>
              <a:rPr lang="en-US" sz="1200" dirty="0">
                <a:solidFill>
                  <a:schemeClr val="bg1"/>
                </a:solidFill>
              </a:rPr>
              <a:t> /&gt;</a:t>
            </a:r>
            <a:endParaRPr lang="en-US" sz="1200" dirty="0">
              <a:solidFill>
                <a:schemeClr val="bg1"/>
              </a:solidFill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029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5F16A-93EF-DAC9-BFEB-386F6B871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435280" cy="857250"/>
          </a:xfrm>
        </p:spPr>
        <p:txBody>
          <a:bodyPr/>
          <a:lstStyle/>
          <a:p>
            <a:r>
              <a:rPr lang="en-US" dirty="0"/>
              <a:t>Third Party Source Generators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A9923-D418-FA4C-0CC2-8AB96C1C6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984249"/>
            <a:ext cx="8229600" cy="507381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hlinkClick r:id="rId2"/>
              </a:rPr>
              <a:t>https://github.com/amis92/csharp-source-generators</a:t>
            </a:r>
            <a:r>
              <a:rPr lang="en-US" sz="2400" dirty="0"/>
              <a:t> 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ECE92E-6894-754D-2AE1-10867D71454F}"/>
              </a:ext>
            </a:extLst>
          </p:cNvPr>
          <p:cNvSpPr txBox="1"/>
          <p:nvPr/>
        </p:nvSpPr>
        <p:spPr>
          <a:xfrm>
            <a:off x="3131840" y="1275606"/>
            <a:ext cx="4572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F0F6FC"/>
              </a:solidFill>
              <a:effectLst/>
              <a:latin typeface="-apple-system"/>
            </a:endParaRPr>
          </a:p>
          <a:p>
            <a:pPr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u="sng" dirty="0">
                <a:solidFill>
                  <a:srgbClr val="4493F8"/>
                </a:solidFill>
                <a:effectLst/>
                <a:latin typeface="-apple-system"/>
                <a:hlinkClick r:id="rId3"/>
              </a:rPr>
              <a:t>Serialization</a:t>
            </a:r>
            <a:endParaRPr lang="en-US" b="0" i="0" dirty="0">
              <a:solidFill>
                <a:srgbClr val="F0F6FC"/>
              </a:solidFill>
              <a:effectLst/>
              <a:latin typeface="-apple-system"/>
            </a:endParaRPr>
          </a:p>
          <a:p>
            <a:pPr marL="398463" lvl="1" indent="-168275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u="sng" dirty="0">
                <a:solidFill>
                  <a:srgbClr val="4493F8"/>
                </a:solidFill>
                <a:effectLst/>
                <a:latin typeface="-apple-system"/>
                <a:hlinkClick r:id="rId4"/>
              </a:rPr>
              <a:t>Json</a:t>
            </a:r>
            <a:endParaRPr lang="en-US" b="0" i="0" dirty="0">
              <a:solidFill>
                <a:srgbClr val="F0F6FC"/>
              </a:solidFill>
              <a:effectLst/>
              <a:latin typeface="-apple-system"/>
            </a:endParaRPr>
          </a:p>
          <a:p>
            <a:pPr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u="sng" dirty="0">
                <a:solidFill>
                  <a:srgbClr val="4493F8"/>
                </a:solidFill>
                <a:effectLst/>
                <a:latin typeface="-apple-system"/>
                <a:hlinkClick r:id="rId5"/>
              </a:rPr>
              <a:t>Validation</a:t>
            </a:r>
            <a:endParaRPr lang="en-US" b="0" i="0" dirty="0">
              <a:solidFill>
                <a:srgbClr val="F0F6FC"/>
              </a:solidFill>
              <a:effectLst/>
              <a:latin typeface="-apple-system"/>
            </a:endParaRPr>
          </a:p>
          <a:p>
            <a:pPr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u="sng" dirty="0">
                <a:solidFill>
                  <a:srgbClr val="4493F8"/>
                </a:solidFill>
                <a:effectLst/>
                <a:latin typeface="-apple-system"/>
                <a:hlinkClick r:id="rId6"/>
              </a:rPr>
              <a:t>Localization</a:t>
            </a:r>
            <a:endParaRPr lang="en-US" b="0" i="0" dirty="0">
              <a:solidFill>
                <a:srgbClr val="F0F6FC"/>
              </a:solidFill>
              <a:effectLst/>
              <a:latin typeface="-apple-system"/>
            </a:endParaRPr>
          </a:p>
          <a:p>
            <a:pPr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u="sng" dirty="0">
                <a:solidFill>
                  <a:srgbClr val="4493F8"/>
                </a:solidFill>
                <a:effectLst/>
                <a:latin typeface="-apple-system"/>
                <a:hlinkClick r:id="rId7"/>
              </a:rPr>
              <a:t>Testing</a:t>
            </a:r>
            <a:endParaRPr lang="en-US" b="0" i="0" dirty="0">
              <a:solidFill>
                <a:srgbClr val="F0F6FC"/>
              </a:solidFill>
              <a:effectLst/>
              <a:latin typeface="-apple-system"/>
            </a:endParaRPr>
          </a:p>
          <a:p>
            <a:pPr marL="398463" lvl="1" indent="-171450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u="sng" dirty="0">
                <a:solidFill>
                  <a:srgbClr val="4493F8"/>
                </a:solidFill>
                <a:effectLst/>
                <a:latin typeface="-apple-system"/>
                <a:hlinkClick r:id="rId8"/>
              </a:rPr>
              <a:t>Mocking</a:t>
            </a:r>
            <a:endParaRPr lang="en-US" b="0" i="0" dirty="0">
              <a:solidFill>
                <a:srgbClr val="F0F6FC"/>
              </a:solidFill>
              <a:effectLst/>
              <a:latin typeface="-apple-system"/>
            </a:endParaRPr>
          </a:p>
          <a:p>
            <a:pPr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u="sng" dirty="0">
                <a:solidFill>
                  <a:srgbClr val="4493F8"/>
                </a:solidFill>
                <a:effectLst/>
                <a:latin typeface="-apple-system"/>
                <a:hlinkClick r:id="rId9"/>
              </a:rPr>
              <a:t>Patterns</a:t>
            </a:r>
            <a:endParaRPr lang="en-US" b="0" i="0" dirty="0">
              <a:solidFill>
                <a:srgbClr val="F0F6FC"/>
              </a:solidFill>
              <a:effectLst/>
              <a:latin typeface="-apple-system"/>
            </a:endParaRPr>
          </a:p>
          <a:p>
            <a:pPr marL="398463" lvl="1" indent="-168275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u="sng" dirty="0">
                <a:solidFill>
                  <a:srgbClr val="4493F8"/>
                </a:solidFill>
                <a:effectLst/>
                <a:latin typeface="-apple-system"/>
                <a:hlinkClick r:id="rId10"/>
              </a:rPr>
              <a:t>Mediator</a:t>
            </a:r>
            <a:endParaRPr lang="en-US" b="0" i="0" dirty="0">
              <a:solidFill>
                <a:srgbClr val="F0F6FC"/>
              </a:solidFill>
              <a:effectLst/>
              <a:latin typeface="-apple-system"/>
            </a:endParaRPr>
          </a:p>
          <a:p>
            <a:pPr marL="398463" lvl="1" indent="-168275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u="sng" dirty="0">
                <a:solidFill>
                  <a:srgbClr val="4493F8"/>
                </a:solidFill>
                <a:effectLst/>
                <a:latin typeface="-apple-system"/>
                <a:hlinkClick r:id="rId11"/>
              </a:rPr>
              <a:t>Command</a:t>
            </a:r>
            <a:endParaRPr lang="en-US" b="0" i="0" dirty="0">
              <a:solidFill>
                <a:srgbClr val="F0F6FC"/>
              </a:solidFill>
              <a:effectLst/>
              <a:latin typeface="-apple-system"/>
            </a:endParaRPr>
          </a:p>
          <a:p>
            <a:pPr marL="398463" lvl="1" indent="-168275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u="sng" dirty="0">
                <a:solidFill>
                  <a:srgbClr val="4493F8"/>
                </a:solidFill>
                <a:effectLst/>
                <a:latin typeface="-apple-system"/>
                <a:hlinkClick r:id="rId12"/>
              </a:rPr>
              <a:t>Builder</a:t>
            </a:r>
            <a:endParaRPr lang="en-US" b="0" i="0" dirty="0">
              <a:solidFill>
                <a:srgbClr val="F0F6FC"/>
              </a:solidFill>
              <a:effectLst/>
              <a:latin typeface="-apple-system"/>
            </a:endParaRPr>
          </a:p>
          <a:p>
            <a:pPr marL="398463" lvl="1" indent="-168275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u="sng" dirty="0">
                <a:solidFill>
                  <a:srgbClr val="4493F8"/>
                </a:solidFill>
                <a:effectLst/>
                <a:latin typeface="-apple-system"/>
                <a:hlinkClick r:id="rId13"/>
              </a:rPr>
              <a:t>Proxy</a:t>
            </a:r>
            <a:endParaRPr lang="en-US" b="0" i="0" dirty="0">
              <a:solidFill>
                <a:srgbClr val="F0F6FC"/>
              </a:solidFill>
              <a:effectLst/>
              <a:latin typeface="-apple-system"/>
            </a:endParaRPr>
          </a:p>
          <a:p>
            <a:pPr marL="398463" lvl="1" indent="-168275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u="sng" dirty="0">
                <a:solidFill>
                  <a:srgbClr val="4493F8"/>
                </a:solidFill>
                <a:effectLst/>
                <a:latin typeface="-apple-system"/>
                <a:hlinkClick r:id="rId14"/>
              </a:rPr>
              <a:t>Visitor</a:t>
            </a:r>
            <a:endParaRPr lang="en-US" b="0" i="0" dirty="0">
              <a:solidFill>
                <a:srgbClr val="F0F6FC"/>
              </a:solidFill>
              <a:effectLst/>
              <a:latin typeface="-apple-system"/>
            </a:endParaRPr>
          </a:p>
          <a:p>
            <a:pPr marL="398463" lvl="1" indent="-168275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u="sng" dirty="0">
                <a:solidFill>
                  <a:srgbClr val="4493F8"/>
                </a:solidFill>
                <a:effectLst/>
                <a:latin typeface="-apple-system"/>
                <a:hlinkClick r:id="rId15"/>
              </a:rPr>
              <a:t>Adapter</a:t>
            </a:r>
            <a:endParaRPr lang="en-US" b="0" i="0" dirty="0">
              <a:solidFill>
                <a:srgbClr val="F0F6FC"/>
              </a:solidFill>
              <a:effectLst/>
              <a:latin typeface="-apple-system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98F4D7-A7DA-BADF-4099-C8E1530855F8}"/>
              </a:ext>
            </a:extLst>
          </p:cNvPr>
          <p:cNvSpPr txBox="1"/>
          <p:nvPr/>
        </p:nvSpPr>
        <p:spPr>
          <a:xfrm>
            <a:off x="188895" y="1563638"/>
            <a:ext cx="287093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u="sng" dirty="0">
                <a:solidFill>
                  <a:srgbClr val="4493F8"/>
                </a:solidFill>
                <a:effectLst/>
                <a:latin typeface="-apple-system"/>
                <a:hlinkClick r:id="rId16"/>
              </a:rPr>
              <a:t>Dependency Injection </a:t>
            </a:r>
            <a:endParaRPr lang="en-US" b="0" i="0" u="sng" dirty="0">
              <a:solidFill>
                <a:srgbClr val="4493F8"/>
              </a:solidFill>
              <a:effectLst/>
              <a:latin typeface="-apple-system"/>
            </a:endParaRPr>
          </a:p>
          <a:p>
            <a:pPr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u="sng" dirty="0">
                <a:solidFill>
                  <a:srgbClr val="4493F8"/>
                </a:solidFill>
                <a:effectLst/>
                <a:latin typeface="-apple-system"/>
                <a:hlinkClick r:id="rId17"/>
              </a:rPr>
              <a:t>Console / CLI</a:t>
            </a:r>
            <a:endParaRPr lang="en-US" b="0" i="0" dirty="0">
              <a:solidFill>
                <a:srgbClr val="F0F6FC"/>
              </a:solidFill>
              <a:effectLst/>
              <a:latin typeface="-apple-system"/>
            </a:endParaRPr>
          </a:p>
          <a:p>
            <a:pPr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u="sng" dirty="0">
                <a:solidFill>
                  <a:srgbClr val="4493F8"/>
                </a:solidFill>
                <a:effectLst/>
                <a:latin typeface="-apple-system"/>
                <a:hlinkClick r:id="rId18"/>
              </a:rPr>
              <a:t>Mappers</a:t>
            </a:r>
            <a:endParaRPr lang="en-US" b="0" i="0" dirty="0">
              <a:solidFill>
                <a:srgbClr val="F0F6FC"/>
              </a:solidFill>
              <a:effectLst/>
              <a:latin typeface="-apple-system"/>
            </a:endParaRPr>
          </a:p>
          <a:p>
            <a:pPr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u="sng" dirty="0">
                <a:solidFill>
                  <a:srgbClr val="4493F8"/>
                </a:solidFill>
                <a:effectLst/>
                <a:latin typeface="-apple-system"/>
                <a:hlinkClick r:id="rId19"/>
              </a:rPr>
              <a:t>Communication</a:t>
            </a:r>
            <a:endParaRPr lang="en-US" b="0" i="0" dirty="0">
              <a:solidFill>
                <a:srgbClr val="F0F6FC"/>
              </a:solidFill>
              <a:effectLst/>
              <a:latin typeface="-apple-system"/>
            </a:endParaRPr>
          </a:p>
          <a:p>
            <a:pPr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u="sng" dirty="0">
                <a:solidFill>
                  <a:srgbClr val="4493F8"/>
                </a:solidFill>
                <a:effectLst/>
                <a:latin typeface="-apple-system"/>
                <a:hlinkClick r:id="rId20"/>
              </a:rPr>
              <a:t>Graphics / Drawing</a:t>
            </a:r>
            <a:endParaRPr lang="en-US" b="0" i="0" dirty="0">
              <a:solidFill>
                <a:srgbClr val="F0F6FC"/>
              </a:solidFill>
              <a:effectLst/>
              <a:latin typeface="-apple-system"/>
            </a:endParaRPr>
          </a:p>
          <a:p>
            <a:pPr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u="sng" dirty="0">
                <a:solidFill>
                  <a:srgbClr val="4493F8"/>
                </a:solidFill>
                <a:effectLst/>
                <a:latin typeface="-apple-system"/>
                <a:hlinkClick r:id="rId21"/>
              </a:rPr>
              <a:t>Enums</a:t>
            </a:r>
            <a:endParaRPr lang="en-US" b="0" i="0" dirty="0">
              <a:solidFill>
                <a:srgbClr val="F0F6FC"/>
              </a:solidFill>
              <a:effectLst/>
              <a:latin typeface="-apple-system"/>
            </a:endParaRPr>
          </a:p>
          <a:p>
            <a:pPr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u="sng" dirty="0">
                <a:solidFill>
                  <a:srgbClr val="4493F8"/>
                </a:solidFill>
                <a:effectLst/>
                <a:latin typeface="-apple-system"/>
                <a:hlinkClick r:id="rId22"/>
              </a:rPr>
              <a:t>Functional Programming</a:t>
            </a:r>
            <a:endParaRPr lang="en-US" b="0" i="0" dirty="0">
              <a:solidFill>
                <a:srgbClr val="F0F6FC"/>
              </a:solidFill>
              <a:effectLst/>
              <a:latin typeface="-apple-system"/>
            </a:endParaRPr>
          </a:p>
          <a:p>
            <a:pPr marL="344488" lvl="1" indent="-169863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u="sng" dirty="0">
                <a:solidFill>
                  <a:srgbClr val="4493F8"/>
                </a:solidFill>
                <a:effectLst/>
                <a:latin typeface="-apple-system"/>
                <a:hlinkClick r:id="rId23"/>
              </a:rPr>
              <a:t>Value</a:t>
            </a:r>
            <a:endParaRPr lang="en-US" b="0" i="0" dirty="0">
              <a:solidFill>
                <a:srgbClr val="F0F6FC"/>
              </a:solidFill>
              <a:effectLst/>
              <a:latin typeface="-apple-system"/>
            </a:endParaRPr>
          </a:p>
          <a:p>
            <a:pPr marL="344488" lvl="1" indent="-169863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u="sng" dirty="0">
                <a:solidFill>
                  <a:srgbClr val="4493F8"/>
                </a:solidFill>
                <a:effectLst/>
                <a:latin typeface="-apple-system"/>
                <a:hlinkClick r:id="rId24"/>
              </a:rPr>
              <a:t>Immutability</a:t>
            </a:r>
            <a:endParaRPr lang="en-US" b="0" i="0" dirty="0">
              <a:solidFill>
                <a:srgbClr val="F0F6FC"/>
              </a:solidFill>
              <a:effectLst/>
              <a:latin typeface="-apple-system"/>
            </a:endParaRPr>
          </a:p>
          <a:p>
            <a:pPr marL="344488" lvl="1" indent="-169863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u="sng" dirty="0">
                <a:solidFill>
                  <a:srgbClr val="4493F8"/>
                </a:solidFill>
                <a:effectLst/>
                <a:latin typeface="-apple-system"/>
                <a:hlinkClick r:id="rId25"/>
              </a:rPr>
              <a:t>Discriminated Unions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2C3571-E6A5-161C-BF37-D90BD505F159}"/>
              </a:ext>
            </a:extLst>
          </p:cNvPr>
          <p:cNvSpPr txBox="1"/>
          <p:nvPr/>
        </p:nvSpPr>
        <p:spPr>
          <a:xfrm>
            <a:off x="5508104" y="1565869"/>
            <a:ext cx="511126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u="sng" dirty="0">
                <a:solidFill>
                  <a:srgbClr val="4493F8"/>
                </a:solidFill>
                <a:effectLst/>
                <a:latin typeface="-apple-system"/>
                <a:hlinkClick r:id="rId26"/>
              </a:rPr>
              <a:t>Domain Driven Design (DDD)</a:t>
            </a:r>
            <a:endParaRPr lang="en-US" b="0" i="0" dirty="0">
              <a:solidFill>
                <a:srgbClr val="F0F6FC"/>
              </a:solidFill>
              <a:effectLst/>
              <a:latin typeface="-apple-system"/>
            </a:endParaRPr>
          </a:p>
          <a:p>
            <a:pPr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u="sng" dirty="0">
                <a:solidFill>
                  <a:srgbClr val="4493F8"/>
                </a:solidFill>
                <a:effectLst/>
                <a:latin typeface="-apple-system"/>
                <a:hlinkClick r:id="rId27"/>
              </a:rPr>
              <a:t>Metaprogramming</a:t>
            </a:r>
            <a:endParaRPr lang="en-US" b="0" i="0" dirty="0">
              <a:solidFill>
                <a:srgbClr val="F0F6FC"/>
              </a:solidFill>
              <a:effectLst/>
              <a:latin typeface="-apple-system"/>
            </a:endParaRPr>
          </a:p>
          <a:p>
            <a:pPr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u="sng" dirty="0">
                <a:solidFill>
                  <a:srgbClr val="4493F8"/>
                </a:solidFill>
                <a:effectLst/>
                <a:latin typeface="-apple-system"/>
                <a:hlinkClick r:id="rId28"/>
              </a:rPr>
              <a:t>Webprogramming</a:t>
            </a:r>
            <a:endParaRPr lang="en-US" b="0" i="0" dirty="0">
              <a:solidFill>
                <a:srgbClr val="F0F6FC"/>
              </a:solidFill>
              <a:effectLst/>
              <a:latin typeface="-apple-system"/>
            </a:endParaRPr>
          </a:p>
          <a:p>
            <a:pPr marL="460375" lvl="1" indent="-176213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u="sng" dirty="0">
                <a:solidFill>
                  <a:srgbClr val="4493F8"/>
                </a:solidFill>
                <a:effectLst/>
                <a:latin typeface="-apple-system"/>
                <a:hlinkClick r:id="rId29"/>
              </a:rPr>
              <a:t>Open Api</a:t>
            </a:r>
            <a:endParaRPr lang="en-US" b="0" i="0" dirty="0">
              <a:solidFill>
                <a:srgbClr val="F0F6FC"/>
              </a:solidFill>
              <a:effectLst/>
              <a:latin typeface="-apple-system"/>
            </a:endParaRPr>
          </a:p>
          <a:p>
            <a:pPr marL="460375" lvl="1" indent="-176213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u="sng" dirty="0">
                <a:solidFill>
                  <a:srgbClr val="4493F8"/>
                </a:solidFill>
                <a:effectLst/>
                <a:latin typeface="-apple-system"/>
                <a:hlinkClick r:id="rId30"/>
              </a:rPr>
              <a:t>Razor / Blazor</a:t>
            </a:r>
            <a:endParaRPr lang="en-US" b="0" i="0" dirty="0">
              <a:solidFill>
                <a:srgbClr val="F0F6FC"/>
              </a:solidFill>
              <a:effectLst/>
              <a:latin typeface="-apple-system"/>
            </a:endParaRPr>
          </a:p>
          <a:p>
            <a:pPr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u="sng" dirty="0">
                <a:solidFill>
                  <a:srgbClr val="4493F8"/>
                </a:solidFill>
                <a:effectLst/>
                <a:latin typeface="-apple-system"/>
                <a:hlinkClick r:id="rId31"/>
              </a:rPr>
              <a:t>XAML / WPF / Avalonia</a:t>
            </a:r>
            <a:endParaRPr lang="en-US" b="0" i="0" dirty="0">
              <a:solidFill>
                <a:srgbClr val="F0F6FC"/>
              </a:solidFill>
              <a:effectLst/>
              <a:latin typeface="-apple-system"/>
            </a:endParaRPr>
          </a:p>
          <a:p>
            <a:pPr marL="460375" lvl="1" indent="-176213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u="sng" dirty="0" err="1">
                <a:solidFill>
                  <a:srgbClr val="4493F8"/>
                </a:solidFill>
                <a:effectLst/>
                <a:latin typeface="-apple-system"/>
                <a:hlinkClick r:id="rId32"/>
              </a:rPr>
              <a:t>INotifyPropertyChanged</a:t>
            </a:r>
            <a:endParaRPr lang="en-US" b="0" i="0" dirty="0">
              <a:solidFill>
                <a:srgbClr val="F0F6FC"/>
              </a:solidFill>
              <a:effectLst/>
              <a:latin typeface="-apple-system"/>
            </a:endParaRPr>
          </a:p>
          <a:p>
            <a:pPr marL="460375" lvl="1" indent="-176213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u="sng" dirty="0">
                <a:solidFill>
                  <a:srgbClr val="4493F8"/>
                </a:solidFill>
                <a:latin typeface="-apple-system"/>
                <a:hlinkClick r:id="rId33"/>
              </a:rPr>
              <a:t>MVVM</a:t>
            </a:r>
            <a:endParaRPr lang="en-US" b="0" i="0" dirty="0">
              <a:solidFill>
                <a:srgbClr val="F0F6FC"/>
              </a:solidFill>
              <a:effectLst/>
              <a:latin typeface="-apple-system"/>
            </a:endParaRPr>
          </a:p>
          <a:p>
            <a:pPr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u="sng" dirty="0">
                <a:solidFill>
                  <a:srgbClr val="4493F8"/>
                </a:solidFill>
                <a:effectLst/>
                <a:latin typeface="-apple-system"/>
                <a:hlinkClick r:id="rId34"/>
              </a:rPr>
              <a:t>Database / ORM</a:t>
            </a:r>
            <a:endParaRPr lang="en-US" b="0" i="0" dirty="0">
              <a:solidFill>
                <a:srgbClr val="F0F6FC"/>
              </a:solidFill>
              <a:effectLst/>
              <a:latin typeface="-apple-system"/>
            </a:endParaRPr>
          </a:p>
          <a:p>
            <a:pPr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u="sng" dirty="0">
                <a:solidFill>
                  <a:srgbClr val="4493F8"/>
                </a:solidFill>
                <a:effectLst/>
                <a:latin typeface="-apple-system"/>
                <a:hlinkClick r:id="rId35"/>
              </a:rPr>
              <a:t>Statically typed resources</a:t>
            </a:r>
          </a:p>
          <a:p>
            <a:pPr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u="sng" dirty="0">
                <a:solidFill>
                  <a:srgbClr val="4493F8"/>
                </a:solidFill>
                <a:effectLst/>
                <a:latin typeface="-apple-system"/>
                <a:hlinkClick r:id="rId35"/>
              </a:rPr>
              <a:t>configurations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338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2000"/>
                <a:hueMod val="96000"/>
                <a:satMod val="128000"/>
                <a:lumMod val="114000"/>
              </a:schemeClr>
            </a:gs>
            <a:gs pos="100000">
              <a:schemeClr val="bg2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D2D844C-AB64-4A03-80BE-33212E61D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AD0E9B-89C2-4268-98B4-BA7BFFF2C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653AB08-C531-42A8-AA8D-C2ABAE87C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2E47EEC-33C8-4EC3-8BFC-BB02B4171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8BC9CC6-50D5-4C61-9EDE-315A1B5F1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0" cy="5715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ED2641B-4430-4CF4-89AB-3FADDD630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E27238C-8EAF-4098-86E6-7723B7DAE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36">
            <a:extLst>
              <a:ext uri="{FF2B5EF4-FFF2-40B4-BE49-F238E27FC236}">
                <a16:creationId xmlns:a16="http://schemas.microsoft.com/office/drawing/2014/main" id="{992F97B1-1891-4FCC-9E5F-BA97EDB48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013257" y="0"/>
            <a:ext cx="419604" cy="2782231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60000"/>
              <a:lumOff val="40000"/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78C6C821-FEE1-4EB6-9590-C021440C7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81" y="0"/>
            <a:ext cx="7275344" cy="5143500"/>
          </a:xfrm>
          <a:custGeom>
            <a:avLst/>
            <a:gdLst>
              <a:gd name="connsiteX0" fmla="*/ 0 w 9700459"/>
              <a:gd name="connsiteY0" fmla="*/ 0 h 6858001"/>
              <a:gd name="connsiteX1" fmla="*/ 1323975 w 9700459"/>
              <a:gd name="connsiteY1" fmla="*/ 0 h 6858001"/>
              <a:gd name="connsiteX2" fmla="*/ 1517015 w 9700459"/>
              <a:gd name="connsiteY2" fmla="*/ 0 h 6858001"/>
              <a:gd name="connsiteX3" fmla="*/ 3241265 w 9700459"/>
              <a:gd name="connsiteY3" fmla="*/ 0 h 6858001"/>
              <a:gd name="connsiteX4" fmla="*/ 3241265 w 9700459"/>
              <a:gd name="connsiteY4" fmla="*/ 1 h 6858001"/>
              <a:gd name="connsiteX5" fmla="*/ 8355744 w 9700459"/>
              <a:gd name="connsiteY5" fmla="*/ 1 h 6858001"/>
              <a:gd name="connsiteX6" fmla="*/ 8355744 w 9700459"/>
              <a:gd name="connsiteY6" fmla="*/ 0 h 6858001"/>
              <a:gd name="connsiteX7" fmla="*/ 9699282 w 9700459"/>
              <a:gd name="connsiteY7" fmla="*/ 0 h 6858001"/>
              <a:gd name="connsiteX8" fmla="*/ 9674237 w 9700459"/>
              <a:gd name="connsiteY8" fmla="*/ 155677 h 6858001"/>
              <a:gd name="connsiteX9" fmla="*/ 9650368 w 9700459"/>
              <a:gd name="connsiteY9" fmla="*/ 310668 h 6858001"/>
              <a:gd name="connsiteX10" fmla="*/ 9627004 w 9700459"/>
              <a:gd name="connsiteY10" fmla="*/ 466344 h 6858001"/>
              <a:gd name="connsiteX11" fmla="*/ 9607001 w 9700459"/>
              <a:gd name="connsiteY11" fmla="*/ 622707 h 6858001"/>
              <a:gd name="connsiteX12" fmla="*/ 9586830 w 9700459"/>
              <a:gd name="connsiteY12" fmla="*/ 778383 h 6858001"/>
              <a:gd name="connsiteX13" fmla="*/ 9568004 w 9700459"/>
              <a:gd name="connsiteY13" fmla="*/ 934746 h 6858001"/>
              <a:gd name="connsiteX14" fmla="*/ 9551868 w 9700459"/>
              <a:gd name="connsiteY14" fmla="*/ 1089051 h 6858001"/>
              <a:gd name="connsiteX15" fmla="*/ 9536572 w 9700459"/>
              <a:gd name="connsiteY15" fmla="*/ 1245413 h 6858001"/>
              <a:gd name="connsiteX16" fmla="*/ 9522620 w 9700459"/>
              <a:gd name="connsiteY16" fmla="*/ 1401090 h 6858001"/>
              <a:gd name="connsiteX17" fmla="*/ 9510518 w 9700459"/>
              <a:gd name="connsiteY17" fmla="*/ 1554023 h 6858001"/>
              <a:gd name="connsiteX18" fmla="*/ 9498415 w 9700459"/>
              <a:gd name="connsiteY18" fmla="*/ 1709014 h 6858001"/>
              <a:gd name="connsiteX19" fmla="*/ 9488330 w 9700459"/>
              <a:gd name="connsiteY19" fmla="*/ 1861947 h 6858001"/>
              <a:gd name="connsiteX20" fmla="*/ 9480430 w 9700459"/>
              <a:gd name="connsiteY20" fmla="*/ 2014881 h 6858001"/>
              <a:gd name="connsiteX21" fmla="*/ 9472193 w 9700459"/>
              <a:gd name="connsiteY21" fmla="*/ 2167128 h 6858001"/>
              <a:gd name="connsiteX22" fmla="*/ 9465302 w 9700459"/>
              <a:gd name="connsiteY22" fmla="*/ 2318004 h 6858001"/>
              <a:gd name="connsiteX23" fmla="*/ 9460427 w 9700459"/>
              <a:gd name="connsiteY23" fmla="*/ 2467509 h 6858001"/>
              <a:gd name="connsiteX24" fmla="*/ 9456225 w 9700459"/>
              <a:gd name="connsiteY24" fmla="*/ 2617013 h 6858001"/>
              <a:gd name="connsiteX25" fmla="*/ 9452191 w 9700459"/>
              <a:gd name="connsiteY25" fmla="*/ 2765146 h 6858001"/>
              <a:gd name="connsiteX26" fmla="*/ 9450342 w 9700459"/>
              <a:gd name="connsiteY26" fmla="*/ 2911221 h 6858001"/>
              <a:gd name="connsiteX27" fmla="*/ 9448325 w 9700459"/>
              <a:gd name="connsiteY27" fmla="*/ 3057297 h 6858001"/>
              <a:gd name="connsiteX28" fmla="*/ 9447316 w 9700459"/>
              <a:gd name="connsiteY28" fmla="*/ 3201315 h 6858001"/>
              <a:gd name="connsiteX29" fmla="*/ 9448325 w 9700459"/>
              <a:gd name="connsiteY29" fmla="*/ 3343961 h 6858001"/>
              <a:gd name="connsiteX30" fmla="*/ 9448325 w 9700459"/>
              <a:gd name="connsiteY30" fmla="*/ 3485236 h 6858001"/>
              <a:gd name="connsiteX31" fmla="*/ 9450342 w 9700459"/>
              <a:gd name="connsiteY31" fmla="*/ 3625139 h 6858001"/>
              <a:gd name="connsiteX32" fmla="*/ 9453367 w 9700459"/>
              <a:gd name="connsiteY32" fmla="*/ 3762299 h 6858001"/>
              <a:gd name="connsiteX33" fmla="*/ 9456225 w 9700459"/>
              <a:gd name="connsiteY33" fmla="*/ 3898087 h 6858001"/>
              <a:gd name="connsiteX34" fmla="*/ 9459419 w 9700459"/>
              <a:gd name="connsiteY34" fmla="*/ 4031133 h 6858001"/>
              <a:gd name="connsiteX35" fmla="*/ 9464293 w 9700459"/>
              <a:gd name="connsiteY35" fmla="*/ 4163492 h 6858001"/>
              <a:gd name="connsiteX36" fmla="*/ 9469504 w 9700459"/>
              <a:gd name="connsiteY36" fmla="*/ 4293793 h 6858001"/>
              <a:gd name="connsiteX37" fmla="*/ 9474210 w 9700459"/>
              <a:gd name="connsiteY37" fmla="*/ 4421352 h 6858001"/>
              <a:gd name="connsiteX38" fmla="*/ 9487490 w 9700459"/>
              <a:gd name="connsiteY38" fmla="*/ 4670298 h 6858001"/>
              <a:gd name="connsiteX39" fmla="*/ 9501609 w 9700459"/>
              <a:gd name="connsiteY39" fmla="*/ 4908956 h 6858001"/>
              <a:gd name="connsiteX40" fmla="*/ 9516401 w 9700459"/>
              <a:gd name="connsiteY40" fmla="*/ 5138013 h 6858001"/>
              <a:gd name="connsiteX41" fmla="*/ 9532706 w 9700459"/>
              <a:gd name="connsiteY41" fmla="*/ 5354726 h 6858001"/>
              <a:gd name="connsiteX42" fmla="*/ 9549683 w 9700459"/>
              <a:gd name="connsiteY42" fmla="*/ 5561838 h 6858001"/>
              <a:gd name="connsiteX43" fmla="*/ 9568004 w 9700459"/>
              <a:gd name="connsiteY43" fmla="*/ 5753862 h 6858001"/>
              <a:gd name="connsiteX44" fmla="*/ 9585990 w 9700459"/>
              <a:gd name="connsiteY44" fmla="*/ 5934227 h 6858001"/>
              <a:gd name="connsiteX45" fmla="*/ 9603975 w 9700459"/>
              <a:gd name="connsiteY45" fmla="*/ 6100191 h 6858001"/>
              <a:gd name="connsiteX46" fmla="*/ 9620952 w 9700459"/>
              <a:gd name="connsiteY46" fmla="*/ 6252438 h 6858001"/>
              <a:gd name="connsiteX47" fmla="*/ 9637089 w 9700459"/>
              <a:gd name="connsiteY47" fmla="*/ 6387541 h 6858001"/>
              <a:gd name="connsiteX48" fmla="*/ 9652385 w 9700459"/>
              <a:gd name="connsiteY48" fmla="*/ 6509613 h 6858001"/>
              <a:gd name="connsiteX49" fmla="*/ 9665160 w 9700459"/>
              <a:gd name="connsiteY49" fmla="*/ 6612483 h 6858001"/>
              <a:gd name="connsiteX50" fmla="*/ 9677262 w 9700459"/>
              <a:gd name="connsiteY50" fmla="*/ 6698894 h 6858001"/>
              <a:gd name="connsiteX51" fmla="*/ 9694576 w 9700459"/>
              <a:gd name="connsiteY51" fmla="*/ 6817538 h 6858001"/>
              <a:gd name="connsiteX52" fmla="*/ 9700459 w 9700459"/>
              <a:gd name="connsiteY52" fmla="*/ 6858000 h 6858001"/>
              <a:gd name="connsiteX53" fmla="*/ 8795105 w 9700459"/>
              <a:gd name="connsiteY53" fmla="*/ 6858000 h 6858001"/>
              <a:gd name="connsiteX54" fmla="*/ 8795105 w 9700459"/>
              <a:gd name="connsiteY54" fmla="*/ 6858001 h 6858001"/>
              <a:gd name="connsiteX55" fmla="*/ 2704541 w 9700459"/>
              <a:gd name="connsiteY55" fmla="*/ 6858001 h 6858001"/>
              <a:gd name="connsiteX56" fmla="*/ 2704541 w 9700459"/>
              <a:gd name="connsiteY56" fmla="*/ 6858000 h 6858001"/>
              <a:gd name="connsiteX57" fmla="*/ 1517015 w 9700459"/>
              <a:gd name="connsiteY57" fmla="*/ 6858000 h 6858001"/>
              <a:gd name="connsiteX58" fmla="*/ 1323975 w 9700459"/>
              <a:gd name="connsiteY58" fmla="*/ 6858000 h 6858001"/>
              <a:gd name="connsiteX59" fmla="*/ 0 w 9700459"/>
              <a:gd name="connsiteY5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9700459" h="6858001">
                <a:moveTo>
                  <a:pt x="0" y="0"/>
                </a:moveTo>
                <a:lnTo>
                  <a:pt x="1323975" y="0"/>
                </a:lnTo>
                <a:lnTo>
                  <a:pt x="1517015" y="0"/>
                </a:lnTo>
                <a:lnTo>
                  <a:pt x="3241265" y="0"/>
                </a:lnTo>
                <a:lnTo>
                  <a:pt x="3241265" y="1"/>
                </a:lnTo>
                <a:lnTo>
                  <a:pt x="8355744" y="1"/>
                </a:lnTo>
                <a:lnTo>
                  <a:pt x="8355744" y="0"/>
                </a:lnTo>
                <a:lnTo>
                  <a:pt x="9699282" y="0"/>
                </a:lnTo>
                <a:lnTo>
                  <a:pt x="9674237" y="155677"/>
                </a:lnTo>
                <a:lnTo>
                  <a:pt x="9650368" y="310668"/>
                </a:lnTo>
                <a:lnTo>
                  <a:pt x="9627004" y="466344"/>
                </a:lnTo>
                <a:lnTo>
                  <a:pt x="9607001" y="622707"/>
                </a:lnTo>
                <a:lnTo>
                  <a:pt x="9586830" y="778383"/>
                </a:lnTo>
                <a:lnTo>
                  <a:pt x="9568004" y="934746"/>
                </a:lnTo>
                <a:lnTo>
                  <a:pt x="9551868" y="1089051"/>
                </a:lnTo>
                <a:lnTo>
                  <a:pt x="9536572" y="1245413"/>
                </a:lnTo>
                <a:lnTo>
                  <a:pt x="9522620" y="1401090"/>
                </a:lnTo>
                <a:lnTo>
                  <a:pt x="9510518" y="1554023"/>
                </a:lnTo>
                <a:lnTo>
                  <a:pt x="9498415" y="1709014"/>
                </a:lnTo>
                <a:lnTo>
                  <a:pt x="9488330" y="1861947"/>
                </a:lnTo>
                <a:lnTo>
                  <a:pt x="9480430" y="2014881"/>
                </a:lnTo>
                <a:lnTo>
                  <a:pt x="9472193" y="2167128"/>
                </a:lnTo>
                <a:lnTo>
                  <a:pt x="9465302" y="2318004"/>
                </a:lnTo>
                <a:lnTo>
                  <a:pt x="9460427" y="2467509"/>
                </a:lnTo>
                <a:lnTo>
                  <a:pt x="9456225" y="2617013"/>
                </a:lnTo>
                <a:lnTo>
                  <a:pt x="9452191" y="2765146"/>
                </a:lnTo>
                <a:lnTo>
                  <a:pt x="9450342" y="2911221"/>
                </a:lnTo>
                <a:lnTo>
                  <a:pt x="9448325" y="3057297"/>
                </a:lnTo>
                <a:lnTo>
                  <a:pt x="9447316" y="3201315"/>
                </a:lnTo>
                <a:lnTo>
                  <a:pt x="9448325" y="3343961"/>
                </a:lnTo>
                <a:lnTo>
                  <a:pt x="9448325" y="3485236"/>
                </a:lnTo>
                <a:lnTo>
                  <a:pt x="9450342" y="3625139"/>
                </a:lnTo>
                <a:lnTo>
                  <a:pt x="9453367" y="3762299"/>
                </a:lnTo>
                <a:lnTo>
                  <a:pt x="9456225" y="3898087"/>
                </a:lnTo>
                <a:lnTo>
                  <a:pt x="9459419" y="4031133"/>
                </a:lnTo>
                <a:lnTo>
                  <a:pt x="9464293" y="4163492"/>
                </a:lnTo>
                <a:lnTo>
                  <a:pt x="9469504" y="4293793"/>
                </a:lnTo>
                <a:lnTo>
                  <a:pt x="9474210" y="4421352"/>
                </a:lnTo>
                <a:lnTo>
                  <a:pt x="9487490" y="4670298"/>
                </a:lnTo>
                <a:lnTo>
                  <a:pt x="9501609" y="4908956"/>
                </a:lnTo>
                <a:lnTo>
                  <a:pt x="9516401" y="5138013"/>
                </a:lnTo>
                <a:lnTo>
                  <a:pt x="9532706" y="5354726"/>
                </a:lnTo>
                <a:lnTo>
                  <a:pt x="9549683" y="5561838"/>
                </a:lnTo>
                <a:lnTo>
                  <a:pt x="9568004" y="5753862"/>
                </a:lnTo>
                <a:lnTo>
                  <a:pt x="9585990" y="5934227"/>
                </a:lnTo>
                <a:lnTo>
                  <a:pt x="9603975" y="6100191"/>
                </a:lnTo>
                <a:lnTo>
                  <a:pt x="9620952" y="6252438"/>
                </a:lnTo>
                <a:lnTo>
                  <a:pt x="9637089" y="6387541"/>
                </a:lnTo>
                <a:lnTo>
                  <a:pt x="9652385" y="6509613"/>
                </a:lnTo>
                <a:lnTo>
                  <a:pt x="9665160" y="6612483"/>
                </a:lnTo>
                <a:lnTo>
                  <a:pt x="9677262" y="6698894"/>
                </a:lnTo>
                <a:lnTo>
                  <a:pt x="9694576" y="6817538"/>
                </a:lnTo>
                <a:lnTo>
                  <a:pt x="9700459" y="6858000"/>
                </a:lnTo>
                <a:lnTo>
                  <a:pt x="8795105" y="6858000"/>
                </a:lnTo>
                <a:lnTo>
                  <a:pt x="8795105" y="6858001"/>
                </a:lnTo>
                <a:lnTo>
                  <a:pt x="2704541" y="6858001"/>
                </a:lnTo>
                <a:lnTo>
                  <a:pt x="2704541" y="6858000"/>
                </a:lnTo>
                <a:lnTo>
                  <a:pt x="1517015" y="6858000"/>
                </a:lnTo>
                <a:lnTo>
                  <a:pt x="132397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E38005-6CA5-1098-4670-61EA97D5B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6216" y="3583035"/>
            <a:ext cx="4843814" cy="6460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457200">
              <a:spcBef>
                <a:spcPts val="1000"/>
              </a:spcBef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Using Source Generators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2B5A7B-0DEF-603D-BF47-11228DF75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16" y="1085850"/>
            <a:ext cx="4843814" cy="2497185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/>
            <a:r>
              <a:rPr lang="en-US" sz="7200"/>
              <a:t>Demo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61A74B3-E247-44D4-8C48-FAE8E2056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0227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4313" cy="3821950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8A78B2-DEF4-21B6-8CDA-93A0B516E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484" y="339538"/>
            <a:ext cx="6710641" cy="105039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>
                <a:solidFill>
                  <a:srgbClr val="FFFFFF"/>
                </a:solidFill>
              </a:rPr>
              <a:t>Source Generator Design principals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66500-320E-3156-71B5-BECDFC2C5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484" y="2072640"/>
            <a:ext cx="7515225" cy="261365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300" dirty="0"/>
              <a:t>Generators produce one or more strings that represent C# source code to be added to the compilation.</a:t>
            </a:r>
          </a:p>
          <a:p>
            <a:pPr>
              <a:lnSpc>
                <a:spcPct val="90000"/>
              </a:lnSpc>
            </a:pPr>
            <a:r>
              <a:rPr lang="en-US" sz="1300" dirty="0"/>
              <a:t>Explicitly </a:t>
            </a:r>
            <a:r>
              <a:rPr lang="en-US" sz="1300" i="1" dirty="0"/>
              <a:t>additive</a:t>
            </a:r>
            <a:r>
              <a:rPr lang="en-US" sz="1300" dirty="0"/>
              <a:t> only. Generators can add new source code to a compilation but may </a:t>
            </a:r>
            <a:r>
              <a:rPr lang="en-US" sz="1300" b="1" dirty="0"/>
              <a:t>not</a:t>
            </a:r>
            <a:r>
              <a:rPr lang="en-US" sz="1300" dirty="0"/>
              <a:t> modify existing user code.</a:t>
            </a:r>
          </a:p>
          <a:p>
            <a:pPr>
              <a:lnSpc>
                <a:spcPct val="90000"/>
              </a:lnSpc>
            </a:pPr>
            <a:r>
              <a:rPr lang="en-US" sz="1300" dirty="0"/>
              <a:t>Can produce diagnostics. When unable to generate source, the generator can inform the user of the problem.</a:t>
            </a:r>
          </a:p>
          <a:p>
            <a:pPr>
              <a:lnSpc>
                <a:spcPct val="90000"/>
              </a:lnSpc>
            </a:pPr>
            <a:r>
              <a:rPr lang="en-US" sz="1300" dirty="0"/>
              <a:t>May access </a:t>
            </a:r>
            <a:r>
              <a:rPr lang="en-US" sz="1300" i="1" dirty="0"/>
              <a:t>additional files</a:t>
            </a:r>
            <a:r>
              <a:rPr lang="en-US" sz="1300" dirty="0"/>
              <a:t>, that is, non-C# source texts.</a:t>
            </a:r>
          </a:p>
          <a:p>
            <a:pPr>
              <a:lnSpc>
                <a:spcPct val="90000"/>
              </a:lnSpc>
            </a:pPr>
            <a:r>
              <a:rPr lang="en-US" sz="1300" dirty="0"/>
              <a:t>Run </a:t>
            </a:r>
            <a:r>
              <a:rPr lang="en-US" sz="1300" i="1" dirty="0"/>
              <a:t>un-ordered</a:t>
            </a:r>
            <a:r>
              <a:rPr lang="en-US" sz="1300" dirty="0"/>
              <a:t>, each generator will see the same input compilation, with no access to files created by other source generators.</a:t>
            </a:r>
          </a:p>
          <a:p>
            <a:pPr>
              <a:lnSpc>
                <a:spcPct val="90000"/>
              </a:lnSpc>
            </a:pPr>
            <a:r>
              <a:rPr lang="en-US" sz="1300" dirty="0"/>
              <a:t>A user specifies the generators to run via list of assemblies, much like analyzers.</a:t>
            </a:r>
          </a:p>
          <a:p>
            <a:pPr>
              <a:lnSpc>
                <a:spcPct val="90000"/>
              </a:lnSpc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5874832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0CD5C-1E4A-6B2A-6127-78CEB80F6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Building source generators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3820EF-AAD8-3500-C0A0-CAD2905CAEB9}"/>
              </a:ext>
            </a:extLst>
          </p:cNvPr>
          <p:cNvSpPr/>
          <p:nvPr/>
        </p:nvSpPr>
        <p:spPr>
          <a:xfrm>
            <a:off x="899592" y="1402036"/>
            <a:ext cx="7272808" cy="3684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C# 9 / </a:t>
            </a:r>
            <a:r>
              <a:rPr lang="en-US" dirty="0" err="1">
                <a:solidFill>
                  <a:schemeClr val="bg1"/>
                </a:solidFill>
              </a:rPr>
              <a:t>.Net</a:t>
            </a:r>
            <a:r>
              <a:rPr lang="en-US" dirty="0">
                <a:solidFill>
                  <a:schemeClr val="bg1"/>
                </a:solidFill>
              </a:rPr>
              <a:t>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4DE640-D1DE-C141-9A59-F5D94B71CB9B}"/>
              </a:ext>
            </a:extLst>
          </p:cNvPr>
          <p:cNvSpPr/>
          <p:nvPr/>
        </p:nvSpPr>
        <p:spPr>
          <a:xfrm>
            <a:off x="899592" y="1770485"/>
            <a:ext cx="7272808" cy="14493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dirty="0">
                <a:solidFill>
                  <a:schemeClr val="bg1"/>
                </a:solidFill>
              </a:rPr>
              <a:t>interface </a:t>
            </a:r>
            <a:r>
              <a:rPr lang="en-US" dirty="0" err="1">
                <a:solidFill>
                  <a:schemeClr val="bg1"/>
                </a:solidFill>
              </a:rPr>
              <a:t>ISourceGenerator</a:t>
            </a:r>
            <a:r>
              <a:rPr lang="en-US" dirty="0">
                <a:solidFill>
                  <a:schemeClr val="bg1"/>
                </a:solidFill>
              </a:rPr>
              <a:t> {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  void Initialize(</a:t>
            </a:r>
            <a:r>
              <a:rPr lang="en-US" dirty="0" err="1">
                <a:solidFill>
                  <a:schemeClr val="bg1"/>
                </a:solidFill>
              </a:rPr>
              <a:t>GeneratorInitializationContext</a:t>
            </a:r>
            <a:r>
              <a:rPr lang="en-US" dirty="0">
                <a:solidFill>
                  <a:schemeClr val="bg1"/>
                </a:solidFill>
              </a:rPr>
              <a:t> context)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  void Execute(</a:t>
            </a:r>
            <a:r>
              <a:rPr lang="en-US" dirty="0" err="1">
                <a:solidFill>
                  <a:schemeClr val="bg1"/>
                </a:solidFill>
              </a:rPr>
              <a:t>GeneratorExecutionContext</a:t>
            </a:r>
            <a:r>
              <a:rPr lang="en-US" dirty="0">
                <a:solidFill>
                  <a:schemeClr val="bg1"/>
                </a:solidFill>
              </a:rPr>
              <a:t> context)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}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2260C0-47F8-7791-34A5-E1D2C1A00A95}"/>
              </a:ext>
            </a:extLst>
          </p:cNvPr>
          <p:cNvSpPr/>
          <p:nvPr/>
        </p:nvSpPr>
        <p:spPr>
          <a:xfrm>
            <a:off x="906215" y="3283421"/>
            <a:ext cx="7272808" cy="3684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C# 10 / </a:t>
            </a:r>
            <a:r>
              <a:rPr lang="en-US" dirty="0" err="1">
                <a:solidFill>
                  <a:schemeClr val="bg1"/>
                </a:solidFill>
              </a:rPr>
              <a:t>.Net</a:t>
            </a:r>
            <a:r>
              <a:rPr lang="en-US" dirty="0">
                <a:solidFill>
                  <a:schemeClr val="bg1"/>
                </a:solidFill>
              </a:rPr>
              <a:t> 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F2AD87-E4F3-947A-275C-EC9CE7B1DA2E}"/>
              </a:ext>
            </a:extLst>
          </p:cNvPr>
          <p:cNvSpPr/>
          <p:nvPr/>
        </p:nvSpPr>
        <p:spPr>
          <a:xfrm>
            <a:off x="899592" y="3651870"/>
            <a:ext cx="7272808" cy="13681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dirty="0">
                <a:solidFill>
                  <a:schemeClr val="bg1"/>
                </a:solidFill>
              </a:rPr>
              <a:t>interface </a:t>
            </a:r>
            <a:r>
              <a:rPr lang="en-US" dirty="0" err="1">
                <a:solidFill>
                  <a:schemeClr val="bg1"/>
                </a:solidFill>
              </a:rPr>
              <a:t>IIncrementalGenerator</a:t>
            </a:r>
            <a:r>
              <a:rPr lang="en-US" dirty="0">
                <a:solidFill>
                  <a:schemeClr val="bg1"/>
                </a:solidFill>
              </a:rPr>
              <a:t> {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   void Initialize(</a:t>
            </a:r>
            <a:r>
              <a:rPr lang="en-US" dirty="0" err="1">
                <a:solidFill>
                  <a:schemeClr val="bg1"/>
                </a:solidFill>
              </a:rPr>
              <a:t>IncrementalGeneratorInitializationContext</a:t>
            </a:r>
            <a:r>
              <a:rPr lang="en-US" dirty="0">
                <a:solidFill>
                  <a:schemeClr val="bg1"/>
                </a:solidFill>
              </a:rPr>
              <a:t> context)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133612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Roslyn?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1257300"/>
            <a:ext cx="3940508" cy="22288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007" y="1771651"/>
            <a:ext cx="3036094" cy="3036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876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lowchart: Internal Storage 17"/>
          <p:cNvSpPr/>
          <p:nvPr/>
        </p:nvSpPr>
        <p:spPr>
          <a:xfrm>
            <a:off x="4265760" y="2614301"/>
            <a:ext cx="857250" cy="1164460"/>
          </a:xfrm>
          <a:prstGeom prst="flowChartInternalStorag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Cube 6"/>
          <p:cNvSpPr/>
          <p:nvPr/>
        </p:nvSpPr>
        <p:spPr>
          <a:xfrm>
            <a:off x="3009305" y="1946969"/>
            <a:ext cx="2343150" cy="2300883"/>
          </a:xfrm>
          <a:prstGeom prst="cub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CSC/VBC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Opening up the compiler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1" y="1600201"/>
            <a:ext cx="335756" cy="195024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354" y="2122290"/>
            <a:ext cx="335756" cy="195024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232" y="2529483"/>
            <a:ext cx="335756" cy="1950244"/>
          </a:xfrm>
          <a:prstGeom prst="rect">
            <a:avLst/>
          </a:prstGeom>
        </p:spPr>
      </p:pic>
      <p:sp>
        <p:nvSpPr>
          <p:cNvPr id="9" name="Flowchart: Multidocument 8"/>
          <p:cNvSpPr/>
          <p:nvPr/>
        </p:nvSpPr>
        <p:spPr>
          <a:xfrm>
            <a:off x="6343650" y="2365773"/>
            <a:ext cx="1485900" cy="1706761"/>
          </a:xfrm>
          <a:prstGeom prst="flowChartMultidocumen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62782" y="3114676"/>
            <a:ext cx="666155" cy="4071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Right Arrow 10"/>
          <p:cNvSpPr/>
          <p:nvPr/>
        </p:nvSpPr>
        <p:spPr>
          <a:xfrm>
            <a:off x="5509489" y="3150905"/>
            <a:ext cx="666155" cy="4071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Parallelogram 11"/>
          <p:cNvSpPr/>
          <p:nvPr/>
        </p:nvSpPr>
        <p:spPr>
          <a:xfrm rot="1920874">
            <a:off x="2041674" y="1510039"/>
            <a:ext cx="1469644" cy="783648"/>
          </a:xfrm>
          <a:prstGeom prst="parallelogram">
            <a:avLst>
              <a:gd name="adj" fmla="val 21631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Explosion 1 15"/>
          <p:cNvSpPr/>
          <p:nvPr/>
        </p:nvSpPr>
        <p:spPr>
          <a:xfrm>
            <a:off x="3908691" y="1529331"/>
            <a:ext cx="1079021" cy="1249561"/>
          </a:xfrm>
          <a:prstGeom prst="irregularSeal1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AST</a:t>
            </a:r>
          </a:p>
        </p:txBody>
      </p:sp>
      <p:sp>
        <p:nvSpPr>
          <p:cNvPr id="17" name="Explosion 1 16"/>
          <p:cNvSpPr/>
          <p:nvPr/>
        </p:nvSpPr>
        <p:spPr>
          <a:xfrm>
            <a:off x="2998471" y="938743"/>
            <a:ext cx="1079021" cy="1249561"/>
          </a:xfrm>
          <a:prstGeom prst="irregularSeal1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AST</a:t>
            </a:r>
          </a:p>
        </p:txBody>
      </p:sp>
      <p:sp>
        <p:nvSpPr>
          <p:cNvPr id="14" name="Explosion 1 13"/>
          <p:cNvSpPr/>
          <p:nvPr/>
        </p:nvSpPr>
        <p:spPr>
          <a:xfrm>
            <a:off x="4622968" y="967980"/>
            <a:ext cx="1079021" cy="1249561"/>
          </a:xfrm>
          <a:prstGeom prst="irregularSeal1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AST</a:t>
            </a:r>
          </a:p>
        </p:txBody>
      </p:sp>
    </p:spTree>
    <p:extLst>
      <p:ext uri="{BB962C8B-B14F-4D97-AF65-F5344CB8AC3E}">
        <p14:creationId xmlns:p14="http://schemas.microsoft.com/office/powerpoint/2010/main" val="3622419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041 0.00926 L 0.16545 0.00926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8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2" grpId="0" animBg="1"/>
      <p:bldP spid="16" grpId="0" animBg="1"/>
      <p:bldP spid="17" grpId="0" animBg="1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-96679"/>
            <a:ext cx="7429499" cy="1108928"/>
          </a:xfrm>
        </p:spPr>
        <p:txBody>
          <a:bodyPr/>
          <a:lstStyle/>
          <a:p>
            <a:r>
              <a:rPr lang="en-US" dirty="0" err="1"/>
              <a:t>Undestanding</a:t>
            </a:r>
            <a:r>
              <a:rPr lang="en-US" dirty="0"/>
              <a:t> Syntax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123" y="1539875"/>
            <a:ext cx="6426292" cy="31464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03848" y="824561"/>
            <a:ext cx="2464136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value = 1 + 2;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274639"/>
            <a:ext cx="6480720" cy="38071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98919" y="351309"/>
            <a:ext cx="2031325" cy="923330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ExpressionSyntax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 err="1">
                <a:solidFill>
                  <a:srgbClr val="00B050"/>
                </a:solidFill>
              </a:rPr>
              <a:t>SyntaxToken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SyntaxTrivia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FFD5F4-9EB2-4E91-AFC2-F70F14342AAF}"/>
              </a:ext>
            </a:extLst>
          </p:cNvPr>
          <p:cNvSpPr/>
          <p:nvPr/>
        </p:nvSpPr>
        <p:spPr>
          <a:xfrm>
            <a:off x="908635" y="1227434"/>
            <a:ext cx="7378114" cy="391606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equalsValue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SyntaxFactory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.EqualsValueClause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SyntaxFactory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.BinaryExpression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SyntaxKind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.AddExpression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SyntaxFactory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.LiteralExpression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</a:p>
          <a:p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SyntaxKind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.NumericLiteralExpression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SyntaxFactory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.Literal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(1)),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SyntaxFactory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.LiteralExpression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</a:p>
          <a:p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SyntaxKind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.NumericLiteralExpression,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SyntaxFactory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.Literal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(2))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));</a:t>
            </a:r>
          </a:p>
          <a:p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typeSyntax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SyntaxFactory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.VariableDeclaration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</a:p>
          <a:p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SyntaxFactory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.ParseTypeName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2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SeparatedSyntaxList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VariableDeclaratorSyntax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&gt;()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.Add(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SyntaxFactory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.VariableDeclarator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“value"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.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WithInitializer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equalsValue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)))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.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NormalizeWhitespace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.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WithAdditionalAnnotations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Formatter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.Annotation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declaration =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SyntaxFactory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.LocalDeclarationStatement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typeSyntax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sz="1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A1E60B-4A94-4F04-9566-32CAE07CD70E}"/>
              </a:ext>
            </a:extLst>
          </p:cNvPr>
          <p:cNvSpPr/>
          <p:nvPr/>
        </p:nvSpPr>
        <p:spPr>
          <a:xfrm>
            <a:off x="5103496" y="0"/>
            <a:ext cx="4070410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dirty="0">
                <a:hlinkClick r:id="rId4"/>
              </a:rPr>
              <a:t>http://roslynquoter.azurewebsites.net/</a:t>
            </a:r>
            <a:r>
              <a:rPr lang="en-US" dirty="0"/>
              <a:t> 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8333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2000"/>
                <a:hueMod val="96000"/>
                <a:satMod val="128000"/>
                <a:lumMod val="114000"/>
              </a:schemeClr>
            </a:gs>
            <a:gs pos="100000">
              <a:schemeClr val="bg2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D2D844C-AB64-4A03-80BE-33212E61D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AD0E9B-89C2-4268-98B4-BA7BFFF2C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653AB08-C531-42A8-AA8D-C2ABAE87C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2E47EEC-33C8-4EC3-8BFC-BB02B4171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8BC9CC6-50D5-4C61-9EDE-315A1B5F1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0" cy="5715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ED2641B-4430-4CF4-89AB-3FADDD630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E27238C-8EAF-4098-86E6-7723B7DAE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36">
            <a:extLst>
              <a:ext uri="{FF2B5EF4-FFF2-40B4-BE49-F238E27FC236}">
                <a16:creationId xmlns:a16="http://schemas.microsoft.com/office/drawing/2014/main" id="{992F97B1-1891-4FCC-9E5F-BA97EDB48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013257" y="0"/>
            <a:ext cx="419604" cy="2782231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60000"/>
              <a:lumOff val="40000"/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78C6C821-FEE1-4EB6-9590-C021440C7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81" y="0"/>
            <a:ext cx="7275344" cy="5143500"/>
          </a:xfrm>
          <a:custGeom>
            <a:avLst/>
            <a:gdLst>
              <a:gd name="connsiteX0" fmla="*/ 0 w 9700459"/>
              <a:gd name="connsiteY0" fmla="*/ 0 h 6858001"/>
              <a:gd name="connsiteX1" fmla="*/ 1323975 w 9700459"/>
              <a:gd name="connsiteY1" fmla="*/ 0 h 6858001"/>
              <a:gd name="connsiteX2" fmla="*/ 1517015 w 9700459"/>
              <a:gd name="connsiteY2" fmla="*/ 0 h 6858001"/>
              <a:gd name="connsiteX3" fmla="*/ 3241265 w 9700459"/>
              <a:gd name="connsiteY3" fmla="*/ 0 h 6858001"/>
              <a:gd name="connsiteX4" fmla="*/ 3241265 w 9700459"/>
              <a:gd name="connsiteY4" fmla="*/ 1 h 6858001"/>
              <a:gd name="connsiteX5" fmla="*/ 8355744 w 9700459"/>
              <a:gd name="connsiteY5" fmla="*/ 1 h 6858001"/>
              <a:gd name="connsiteX6" fmla="*/ 8355744 w 9700459"/>
              <a:gd name="connsiteY6" fmla="*/ 0 h 6858001"/>
              <a:gd name="connsiteX7" fmla="*/ 9699282 w 9700459"/>
              <a:gd name="connsiteY7" fmla="*/ 0 h 6858001"/>
              <a:gd name="connsiteX8" fmla="*/ 9674237 w 9700459"/>
              <a:gd name="connsiteY8" fmla="*/ 155677 h 6858001"/>
              <a:gd name="connsiteX9" fmla="*/ 9650368 w 9700459"/>
              <a:gd name="connsiteY9" fmla="*/ 310668 h 6858001"/>
              <a:gd name="connsiteX10" fmla="*/ 9627004 w 9700459"/>
              <a:gd name="connsiteY10" fmla="*/ 466344 h 6858001"/>
              <a:gd name="connsiteX11" fmla="*/ 9607001 w 9700459"/>
              <a:gd name="connsiteY11" fmla="*/ 622707 h 6858001"/>
              <a:gd name="connsiteX12" fmla="*/ 9586830 w 9700459"/>
              <a:gd name="connsiteY12" fmla="*/ 778383 h 6858001"/>
              <a:gd name="connsiteX13" fmla="*/ 9568004 w 9700459"/>
              <a:gd name="connsiteY13" fmla="*/ 934746 h 6858001"/>
              <a:gd name="connsiteX14" fmla="*/ 9551868 w 9700459"/>
              <a:gd name="connsiteY14" fmla="*/ 1089051 h 6858001"/>
              <a:gd name="connsiteX15" fmla="*/ 9536572 w 9700459"/>
              <a:gd name="connsiteY15" fmla="*/ 1245413 h 6858001"/>
              <a:gd name="connsiteX16" fmla="*/ 9522620 w 9700459"/>
              <a:gd name="connsiteY16" fmla="*/ 1401090 h 6858001"/>
              <a:gd name="connsiteX17" fmla="*/ 9510518 w 9700459"/>
              <a:gd name="connsiteY17" fmla="*/ 1554023 h 6858001"/>
              <a:gd name="connsiteX18" fmla="*/ 9498415 w 9700459"/>
              <a:gd name="connsiteY18" fmla="*/ 1709014 h 6858001"/>
              <a:gd name="connsiteX19" fmla="*/ 9488330 w 9700459"/>
              <a:gd name="connsiteY19" fmla="*/ 1861947 h 6858001"/>
              <a:gd name="connsiteX20" fmla="*/ 9480430 w 9700459"/>
              <a:gd name="connsiteY20" fmla="*/ 2014881 h 6858001"/>
              <a:gd name="connsiteX21" fmla="*/ 9472193 w 9700459"/>
              <a:gd name="connsiteY21" fmla="*/ 2167128 h 6858001"/>
              <a:gd name="connsiteX22" fmla="*/ 9465302 w 9700459"/>
              <a:gd name="connsiteY22" fmla="*/ 2318004 h 6858001"/>
              <a:gd name="connsiteX23" fmla="*/ 9460427 w 9700459"/>
              <a:gd name="connsiteY23" fmla="*/ 2467509 h 6858001"/>
              <a:gd name="connsiteX24" fmla="*/ 9456225 w 9700459"/>
              <a:gd name="connsiteY24" fmla="*/ 2617013 h 6858001"/>
              <a:gd name="connsiteX25" fmla="*/ 9452191 w 9700459"/>
              <a:gd name="connsiteY25" fmla="*/ 2765146 h 6858001"/>
              <a:gd name="connsiteX26" fmla="*/ 9450342 w 9700459"/>
              <a:gd name="connsiteY26" fmla="*/ 2911221 h 6858001"/>
              <a:gd name="connsiteX27" fmla="*/ 9448325 w 9700459"/>
              <a:gd name="connsiteY27" fmla="*/ 3057297 h 6858001"/>
              <a:gd name="connsiteX28" fmla="*/ 9447316 w 9700459"/>
              <a:gd name="connsiteY28" fmla="*/ 3201315 h 6858001"/>
              <a:gd name="connsiteX29" fmla="*/ 9448325 w 9700459"/>
              <a:gd name="connsiteY29" fmla="*/ 3343961 h 6858001"/>
              <a:gd name="connsiteX30" fmla="*/ 9448325 w 9700459"/>
              <a:gd name="connsiteY30" fmla="*/ 3485236 h 6858001"/>
              <a:gd name="connsiteX31" fmla="*/ 9450342 w 9700459"/>
              <a:gd name="connsiteY31" fmla="*/ 3625139 h 6858001"/>
              <a:gd name="connsiteX32" fmla="*/ 9453367 w 9700459"/>
              <a:gd name="connsiteY32" fmla="*/ 3762299 h 6858001"/>
              <a:gd name="connsiteX33" fmla="*/ 9456225 w 9700459"/>
              <a:gd name="connsiteY33" fmla="*/ 3898087 h 6858001"/>
              <a:gd name="connsiteX34" fmla="*/ 9459419 w 9700459"/>
              <a:gd name="connsiteY34" fmla="*/ 4031133 h 6858001"/>
              <a:gd name="connsiteX35" fmla="*/ 9464293 w 9700459"/>
              <a:gd name="connsiteY35" fmla="*/ 4163492 h 6858001"/>
              <a:gd name="connsiteX36" fmla="*/ 9469504 w 9700459"/>
              <a:gd name="connsiteY36" fmla="*/ 4293793 h 6858001"/>
              <a:gd name="connsiteX37" fmla="*/ 9474210 w 9700459"/>
              <a:gd name="connsiteY37" fmla="*/ 4421352 h 6858001"/>
              <a:gd name="connsiteX38" fmla="*/ 9487490 w 9700459"/>
              <a:gd name="connsiteY38" fmla="*/ 4670298 h 6858001"/>
              <a:gd name="connsiteX39" fmla="*/ 9501609 w 9700459"/>
              <a:gd name="connsiteY39" fmla="*/ 4908956 h 6858001"/>
              <a:gd name="connsiteX40" fmla="*/ 9516401 w 9700459"/>
              <a:gd name="connsiteY40" fmla="*/ 5138013 h 6858001"/>
              <a:gd name="connsiteX41" fmla="*/ 9532706 w 9700459"/>
              <a:gd name="connsiteY41" fmla="*/ 5354726 h 6858001"/>
              <a:gd name="connsiteX42" fmla="*/ 9549683 w 9700459"/>
              <a:gd name="connsiteY42" fmla="*/ 5561838 h 6858001"/>
              <a:gd name="connsiteX43" fmla="*/ 9568004 w 9700459"/>
              <a:gd name="connsiteY43" fmla="*/ 5753862 h 6858001"/>
              <a:gd name="connsiteX44" fmla="*/ 9585990 w 9700459"/>
              <a:gd name="connsiteY44" fmla="*/ 5934227 h 6858001"/>
              <a:gd name="connsiteX45" fmla="*/ 9603975 w 9700459"/>
              <a:gd name="connsiteY45" fmla="*/ 6100191 h 6858001"/>
              <a:gd name="connsiteX46" fmla="*/ 9620952 w 9700459"/>
              <a:gd name="connsiteY46" fmla="*/ 6252438 h 6858001"/>
              <a:gd name="connsiteX47" fmla="*/ 9637089 w 9700459"/>
              <a:gd name="connsiteY47" fmla="*/ 6387541 h 6858001"/>
              <a:gd name="connsiteX48" fmla="*/ 9652385 w 9700459"/>
              <a:gd name="connsiteY48" fmla="*/ 6509613 h 6858001"/>
              <a:gd name="connsiteX49" fmla="*/ 9665160 w 9700459"/>
              <a:gd name="connsiteY49" fmla="*/ 6612483 h 6858001"/>
              <a:gd name="connsiteX50" fmla="*/ 9677262 w 9700459"/>
              <a:gd name="connsiteY50" fmla="*/ 6698894 h 6858001"/>
              <a:gd name="connsiteX51" fmla="*/ 9694576 w 9700459"/>
              <a:gd name="connsiteY51" fmla="*/ 6817538 h 6858001"/>
              <a:gd name="connsiteX52" fmla="*/ 9700459 w 9700459"/>
              <a:gd name="connsiteY52" fmla="*/ 6858000 h 6858001"/>
              <a:gd name="connsiteX53" fmla="*/ 8795105 w 9700459"/>
              <a:gd name="connsiteY53" fmla="*/ 6858000 h 6858001"/>
              <a:gd name="connsiteX54" fmla="*/ 8795105 w 9700459"/>
              <a:gd name="connsiteY54" fmla="*/ 6858001 h 6858001"/>
              <a:gd name="connsiteX55" fmla="*/ 2704541 w 9700459"/>
              <a:gd name="connsiteY55" fmla="*/ 6858001 h 6858001"/>
              <a:gd name="connsiteX56" fmla="*/ 2704541 w 9700459"/>
              <a:gd name="connsiteY56" fmla="*/ 6858000 h 6858001"/>
              <a:gd name="connsiteX57" fmla="*/ 1517015 w 9700459"/>
              <a:gd name="connsiteY57" fmla="*/ 6858000 h 6858001"/>
              <a:gd name="connsiteX58" fmla="*/ 1323975 w 9700459"/>
              <a:gd name="connsiteY58" fmla="*/ 6858000 h 6858001"/>
              <a:gd name="connsiteX59" fmla="*/ 0 w 9700459"/>
              <a:gd name="connsiteY5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9700459" h="6858001">
                <a:moveTo>
                  <a:pt x="0" y="0"/>
                </a:moveTo>
                <a:lnTo>
                  <a:pt x="1323975" y="0"/>
                </a:lnTo>
                <a:lnTo>
                  <a:pt x="1517015" y="0"/>
                </a:lnTo>
                <a:lnTo>
                  <a:pt x="3241265" y="0"/>
                </a:lnTo>
                <a:lnTo>
                  <a:pt x="3241265" y="1"/>
                </a:lnTo>
                <a:lnTo>
                  <a:pt x="8355744" y="1"/>
                </a:lnTo>
                <a:lnTo>
                  <a:pt x="8355744" y="0"/>
                </a:lnTo>
                <a:lnTo>
                  <a:pt x="9699282" y="0"/>
                </a:lnTo>
                <a:lnTo>
                  <a:pt x="9674237" y="155677"/>
                </a:lnTo>
                <a:lnTo>
                  <a:pt x="9650368" y="310668"/>
                </a:lnTo>
                <a:lnTo>
                  <a:pt x="9627004" y="466344"/>
                </a:lnTo>
                <a:lnTo>
                  <a:pt x="9607001" y="622707"/>
                </a:lnTo>
                <a:lnTo>
                  <a:pt x="9586830" y="778383"/>
                </a:lnTo>
                <a:lnTo>
                  <a:pt x="9568004" y="934746"/>
                </a:lnTo>
                <a:lnTo>
                  <a:pt x="9551868" y="1089051"/>
                </a:lnTo>
                <a:lnTo>
                  <a:pt x="9536572" y="1245413"/>
                </a:lnTo>
                <a:lnTo>
                  <a:pt x="9522620" y="1401090"/>
                </a:lnTo>
                <a:lnTo>
                  <a:pt x="9510518" y="1554023"/>
                </a:lnTo>
                <a:lnTo>
                  <a:pt x="9498415" y="1709014"/>
                </a:lnTo>
                <a:lnTo>
                  <a:pt x="9488330" y="1861947"/>
                </a:lnTo>
                <a:lnTo>
                  <a:pt x="9480430" y="2014881"/>
                </a:lnTo>
                <a:lnTo>
                  <a:pt x="9472193" y="2167128"/>
                </a:lnTo>
                <a:lnTo>
                  <a:pt x="9465302" y="2318004"/>
                </a:lnTo>
                <a:lnTo>
                  <a:pt x="9460427" y="2467509"/>
                </a:lnTo>
                <a:lnTo>
                  <a:pt x="9456225" y="2617013"/>
                </a:lnTo>
                <a:lnTo>
                  <a:pt x="9452191" y="2765146"/>
                </a:lnTo>
                <a:lnTo>
                  <a:pt x="9450342" y="2911221"/>
                </a:lnTo>
                <a:lnTo>
                  <a:pt x="9448325" y="3057297"/>
                </a:lnTo>
                <a:lnTo>
                  <a:pt x="9447316" y="3201315"/>
                </a:lnTo>
                <a:lnTo>
                  <a:pt x="9448325" y="3343961"/>
                </a:lnTo>
                <a:lnTo>
                  <a:pt x="9448325" y="3485236"/>
                </a:lnTo>
                <a:lnTo>
                  <a:pt x="9450342" y="3625139"/>
                </a:lnTo>
                <a:lnTo>
                  <a:pt x="9453367" y="3762299"/>
                </a:lnTo>
                <a:lnTo>
                  <a:pt x="9456225" y="3898087"/>
                </a:lnTo>
                <a:lnTo>
                  <a:pt x="9459419" y="4031133"/>
                </a:lnTo>
                <a:lnTo>
                  <a:pt x="9464293" y="4163492"/>
                </a:lnTo>
                <a:lnTo>
                  <a:pt x="9469504" y="4293793"/>
                </a:lnTo>
                <a:lnTo>
                  <a:pt x="9474210" y="4421352"/>
                </a:lnTo>
                <a:lnTo>
                  <a:pt x="9487490" y="4670298"/>
                </a:lnTo>
                <a:lnTo>
                  <a:pt x="9501609" y="4908956"/>
                </a:lnTo>
                <a:lnTo>
                  <a:pt x="9516401" y="5138013"/>
                </a:lnTo>
                <a:lnTo>
                  <a:pt x="9532706" y="5354726"/>
                </a:lnTo>
                <a:lnTo>
                  <a:pt x="9549683" y="5561838"/>
                </a:lnTo>
                <a:lnTo>
                  <a:pt x="9568004" y="5753862"/>
                </a:lnTo>
                <a:lnTo>
                  <a:pt x="9585990" y="5934227"/>
                </a:lnTo>
                <a:lnTo>
                  <a:pt x="9603975" y="6100191"/>
                </a:lnTo>
                <a:lnTo>
                  <a:pt x="9620952" y="6252438"/>
                </a:lnTo>
                <a:lnTo>
                  <a:pt x="9637089" y="6387541"/>
                </a:lnTo>
                <a:lnTo>
                  <a:pt x="9652385" y="6509613"/>
                </a:lnTo>
                <a:lnTo>
                  <a:pt x="9665160" y="6612483"/>
                </a:lnTo>
                <a:lnTo>
                  <a:pt x="9677262" y="6698894"/>
                </a:lnTo>
                <a:lnTo>
                  <a:pt x="9694576" y="6817538"/>
                </a:lnTo>
                <a:lnTo>
                  <a:pt x="9700459" y="6858000"/>
                </a:lnTo>
                <a:lnTo>
                  <a:pt x="8795105" y="6858000"/>
                </a:lnTo>
                <a:lnTo>
                  <a:pt x="8795105" y="6858001"/>
                </a:lnTo>
                <a:lnTo>
                  <a:pt x="2704541" y="6858001"/>
                </a:lnTo>
                <a:lnTo>
                  <a:pt x="2704541" y="6858000"/>
                </a:lnTo>
                <a:lnTo>
                  <a:pt x="1517015" y="6858000"/>
                </a:lnTo>
                <a:lnTo>
                  <a:pt x="132397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E25FD-F1E4-EDC8-6C74-23B60CDA8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6216" y="3583035"/>
            <a:ext cx="4843814" cy="6460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457200">
              <a:spcBef>
                <a:spcPts val="1000"/>
              </a:spcBef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CSV Generator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4B5A99-ADC5-7D28-8D76-7613175C2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16" y="1085850"/>
            <a:ext cx="4843814" cy="2497185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/>
            <a:r>
              <a:rPr lang="en-US" sz="7200"/>
              <a:t>Demo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61A74B3-E247-44D4-8C48-FAE8E2056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8098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D9B8FD4-CDEB-4EB4-B4DE-C89E11938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5A2E3D1D-9E9F-4739-BA14-D4D7FA9FB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83477" y="0"/>
            <a:ext cx="419604" cy="2782231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FFB365B-E9DC-4859-B8AB-CB83EEBE4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743184" cy="51435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DAB9C8-EB37-4914-A699-C716FC8FE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3A8FA0-86EB-0F69-710A-AC77431AD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7" y="1234440"/>
            <a:ext cx="2642159" cy="3353115"/>
          </a:xfrm>
        </p:spPr>
        <p:txBody>
          <a:bodyPr>
            <a:normAutofit/>
          </a:bodyPr>
          <a:lstStyle/>
          <a:p>
            <a:pPr algn="r"/>
            <a:r>
              <a:rPr lang="en-US" sz="2900">
                <a:solidFill>
                  <a:schemeClr val="bg2"/>
                </a:solidFill>
              </a:rPr>
              <a:t>Meta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9BA5C-F2B0-3767-8723-C6355E532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3081" y="1234440"/>
            <a:ext cx="4702076" cy="3353115"/>
          </a:xfrm>
        </p:spPr>
        <p:txBody>
          <a:bodyPr>
            <a:normAutofit/>
          </a:bodyPr>
          <a:lstStyle/>
          <a:p>
            <a:r>
              <a:rPr lang="en-US" dirty="0"/>
              <a:t>Reduce repetitive tasks</a:t>
            </a:r>
          </a:p>
          <a:p>
            <a:r>
              <a:rPr lang="en-US" dirty="0"/>
              <a:t>Eliminate dynamic/reflection</a:t>
            </a:r>
          </a:p>
          <a:p>
            <a:r>
              <a:rPr lang="en-US" dirty="0"/>
              <a:t>Enable AOT</a:t>
            </a:r>
          </a:p>
          <a:p>
            <a:r>
              <a:rPr lang="en-US" dirty="0">
                <a:hlinkClick r:id="rId3"/>
              </a:rPr>
              <a:t>https://github.com/amis92/csharp-source-generators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356497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D0CAD-B554-4EF2-F4A4-390917A56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Runtime Performance</a:t>
            </a:r>
            <a:br>
              <a:rPr lang="en-US" dirty="0"/>
            </a:br>
            <a:r>
              <a:rPr lang="en-US" sz="3200" dirty="0"/>
              <a:t>Mapping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726980F-117F-86F6-CE0B-85CDB57627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5752" y="1687513"/>
            <a:ext cx="5209321" cy="26558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D70DE11-79E0-1B36-B4DD-91AEC606F11D}"/>
              </a:ext>
            </a:extLst>
          </p:cNvPr>
          <p:cNvSpPr txBox="1"/>
          <p:nvPr/>
        </p:nvSpPr>
        <p:spPr>
          <a:xfrm>
            <a:off x="1259631" y="4497169"/>
            <a:ext cx="7025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https://github.com/mjebrahimi/DotNet-Mappers-Benchmark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518604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4EE52-4069-F004-9148-0D3917284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80F71-FC5B-AA12-718B-AF3B9AD0A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Runtime Performance</a:t>
            </a:r>
            <a:br>
              <a:rPr lang="en-US" dirty="0"/>
            </a:br>
            <a:r>
              <a:rPr lang="en-US" sz="3200" dirty="0"/>
              <a:t>Mocking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35FE8D-85DD-748F-156D-58753A334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2A940B-044F-0E71-8A17-39604A5DB9A2}"/>
              </a:ext>
            </a:extLst>
          </p:cNvPr>
          <p:cNvSpPr txBox="1"/>
          <p:nvPr/>
        </p:nvSpPr>
        <p:spPr>
          <a:xfrm>
            <a:off x="1259632" y="4594623"/>
            <a:ext cx="7025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https://github.com/ecoAPM/BenchmarkMockNet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B98265-9098-8F2B-5B6D-AFF7BEED6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995654"/>
            <a:ext cx="10116617" cy="1274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6772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9141714" cy="51435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1" y="1371600"/>
            <a:ext cx="0" cy="24003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4671060"/>
            <a:ext cx="745301" cy="571500"/>
          </a:xfrm>
          <a:prstGeom prst="rect">
            <a:avLst/>
          </a:prstGeom>
        </p:spPr>
      </p:pic>
      <p:sp>
        <p:nvSpPr>
          <p:cNvPr id="16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191" y="0"/>
            <a:ext cx="9144000" cy="5142309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307D0B-FF94-2F67-E4B3-90E262CDC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646" y="603504"/>
            <a:ext cx="2641019" cy="3936492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Source Generators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AE3E2-E4DA-1185-FCA4-79C5B31DF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1895" y="603503"/>
            <a:ext cx="4799948" cy="3936493"/>
          </a:xfrm>
        </p:spPr>
        <p:txBody>
          <a:bodyPr anchor="ctr">
            <a:normAutofit/>
          </a:bodyPr>
          <a:lstStyle/>
          <a:p>
            <a:pPr lvl="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kern="1200">
                <a:effectLst/>
                <a:latin typeface="+mj-lt"/>
                <a:ea typeface="+mj-ea"/>
                <a:cs typeface="+mj-cs"/>
              </a:rPr>
              <a:t>Docs</a:t>
            </a:r>
            <a:br>
              <a:rPr lang="en-US" sz="1400" kern="1200">
                <a:effectLst/>
                <a:latin typeface="+mj-lt"/>
                <a:ea typeface="+mj-ea"/>
                <a:cs typeface="+mj-cs"/>
              </a:rPr>
            </a:br>
            <a:r>
              <a:rPr lang="en-US" sz="1400" kern="1200">
                <a:effectLst/>
                <a:latin typeface="+mj-lt"/>
                <a:ea typeface="+mj-ea"/>
                <a:cs typeface="+mj-cs"/>
                <a:hlinkClick r:id="rId4"/>
              </a:rPr>
              <a:t>https://docs.microsoft.com/en-us/dotnet/csharp/roslyn-sdk/source-generators-overview</a:t>
            </a:r>
            <a:r>
              <a:rPr lang="en-US" sz="1400" kern="1200"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1400" dirty="0">
                <a:effectLst/>
                <a:hlinkClick r:id="rId5"/>
              </a:rPr>
              <a:t>https://andrewlock.net/creating-a-source-generator-part-1-creating-an-incremental-source-generator/</a:t>
            </a:r>
            <a:r>
              <a:rPr lang="en-US" sz="1400" dirty="0">
                <a:effectLst/>
              </a:rPr>
              <a:t> </a:t>
            </a:r>
            <a:endParaRPr lang="en-US" sz="1400">
              <a:effectLst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kern="1200">
                <a:effectLst/>
                <a:latin typeface="+mj-lt"/>
                <a:ea typeface="+mj-ea"/>
                <a:cs typeface="+mj-cs"/>
              </a:rPr>
              <a:t>Samples:</a:t>
            </a:r>
            <a:br>
              <a:rPr lang="en-US" sz="1400" kern="1200">
                <a:effectLst/>
                <a:latin typeface="+mj-lt"/>
                <a:ea typeface="+mj-ea"/>
                <a:cs typeface="+mj-cs"/>
              </a:rPr>
            </a:br>
            <a:r>
              <a:rPr lang="en-US" sz="1400" kern="1200">
                <a:effectLst/>
                <a:latin typeface="+mj-lt"/>
                <a:ea typeface="+mj-ea"/>
                <a:cs typeface="+mj-cs"/>
                <a:hlinkClick r:id="rId6"/>
              </a:rPr>
              <a:t>https://github.com/dotnet/roslyn-sdk/tree/main/samples/CSharp/SourceGenerators</a:t>
            </a:r>
            <a:r>
              <a:rPr lang="en-US" sz="1400" kern="1200">
                <a:effectLst/>
                <a:latin typeface="+mj-lt"/>
                <a:ea typeface="+mj-ea"/>
                <a:cs typeface="+mj-cs"/>
              </a:rPr>
              <a:t>  </a:t>
            </a:r>
            <a:br>
              <a:rPr lang="en-US" sz="1400" dirty="0">
                <a:latin typeface="+mj-lt"/>
                <a:ea typeface="+mj-ea"/>
                <a:cs typeface="+mj-cs"/>
              </a:rPr>
            </a:br>
            <a:r>
              <a:rPr lang="en-US" sz="1400" dirty="0">
                <a:latin typeface="+mj-lt"/>
                <a:ea typeface="+mj-ea"/>
                <a:cs typeface="+mj-cs"/>
                <a:hlinkClick r:id="rId7"/>
              </a:rPr>
              <a:t>https://github.com/amis92/csharp-source-generators</a:t>
            </a:r>
            <a:r>
              <a:rPr lang="en-US" sz="1400" dirty="0">
                <a:latin typeface="+mj-lt"/>
                <a:ea typeface="+mj-ea"/>
                <a:cs typeface="+mj-cs"/>
              </a:rPr>
              <a:t> </a:t>
            </a:r>
            <a:endParaRPr lang="en-US" sz="1400">
              <a:effectLst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kern="1200">
                <a:effectLst/>
                <a:latin typeface="+mj-lt"/>
                <a:ea typeface="+mj-ea"/>
                <a:cs typeface="+mj-cs"/>
              </a:rPr>
              <a:t>Cookbook:</a:t>
            </a:r>
            <a:br>
              <a:rPr lang="en-US" sz="1400" kern="1200">
                <a:effectLst/>
                <a:latin typeface="+mj-lt"/>
                <a:ea typeface="+mj-ea"/>
                <a:cs typeface="+mj-cs"/>
              </a:rPr>
            </a:br>
            <a:r>
              <a:rPr lang="en-US" sz="1400" kern="1200">
                <a:effectLst/>
                <a:latin typeface="+mj-lt"/>
                <a:ea typeface="+mj-ea"/>
                <a:cs typeface="+mj-cs"/>
                <a:hlinkClick r:id="rId8"/>
              </a:rPr>
              <a:t>https://github.com/dotnet/roslyn/blob/main/docs/features/source-generators.cookbook.md</a:t>
            </a:r>
            <a:br>
              <a:rPr lang="en-US" sz="1400" dirty="0">
                <a:latin typeface="+mj-lt"/>
                <a:ea typeface="+mj-ea"/>
                <a:cs typeface="+mj-cs"/>
              </a:rPr>
            </a:br>
            <a:r>
              <a:rPr lang="en-US" sz="1400" dirty="0">
                <a:latin typeface="+mj-lt"/>
                <a:ea typeface="+mj-ea"/>
                <a:cs typeface="+mj-cs"/>
                <a:hlinkClick r:id="rId9"/>
              </a:rPr>
              <a:t>https://github.com/dotnet/roslyn/blob/main/docs/features/incremental-generators.cookbook.md</a:t>
            </a:r>
            <a:r>
              <a:rPr lang="en-US" sz="1400" dirty="0">
                <a:latin typeface="+mj-lt"/>
                <a:ea typeface="+mj-ea"/>
                <a:cs typeface="+mj-cs"/>
              </a:rPr>
              <a:t> </a:t>
            </a:r>
            <a:endParaRPr lang="en-US" sz="1400">
              <a:latin typeface="+mj-lt"/>
              <a:ea typeface="+mj-ea"/>
              <a:cs typeface="+mj-cs"/>
            </a:endParaRPr>
          </a:p>
          <a:p>
            <a:pPr lvl="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kern="1200">
                <a:effectLst/>
                <a:latin typeface="+mj-lt"/>
                <a:ea typeface="+mj-ea"/>
                <a:cs typeface="+mj-cs"/>
              </a:rPr>
              <a:t>Today’s Demo:</a:t>
            </a:r>
            <a:br>
              <a:rPr lang="en-US" sz="1400" kern="1200">
                <a:effectLst/>
                <a:latin typeface="+mj-lt"/>
                <a:ea typeface="+mj-ea"/>
                <a:cs typeface="+mj-cs"/>
              </a:rPr>
            </a:br>
            <a:r>
              <a:rPr lang="en-US" sz="1400" kern="1200"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1400" kern="1200">
                <a:effectLst/>
                <a:latin typeface="+mj-lt"/>
                <a:ea typeface="+mj-ea"/>
                <a:cs typeface="+mj-cs"/>
                <a:hlinkClick r:id="rId10"/>
              </a:rPr>
              <a:t>https://github.com/jwooley/SourceGenerators</a:t>
            </a:r>
            <a:r>
              <a:rPr lang="en-US" sz="1400" kern="1200">
                <a:effectLst/>
                <a:latin typeface="+mj-lt"/>
                <a:ea typeface="+mj-ea"/>
                <a:cs typeface="+mj-cs"/>
              </a:rPr>
              <a:t>   </a:t>
            </a:r>
            <a:endParaRPr lang="en-US" sz="140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705844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D9B8FD4-CDEB-4EB4-B4DE-C89E11938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5A2E3D1D-9E9F-4739-BA14-D4D7FA9FB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83477" y="0"/>
            <a:ext cx="419604" cy="2782231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FFB365B-E9DC-4859-B8AB-CB83EEBE4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743184" cy="51435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DAB9C8-EB37-4914-A699-C716FC8FE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FD7623-D266-E314-9EDE-AA2DF07B3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7" y="1234440"/>
            <a:ext cx="2642159" cy="3353115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chemeClr val="bg2"/>
                </a:solidFill>
              </a:rPr>
              <a:t>Roslyn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0C98C-25BC-FC9D-7B2C-A7889A1F4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3081" y="1234440"/>
            <a:ext cx="4702076" cy="3353115"/>
          </a:xfrm>
        </p:spPr>
        <p:txBody>
          <a:bodyPr>
            <a:normAutofit/>
          </a:bodyPr>
          <a:lstStyle/>
          <a:p>
            <a:pPr lvl="0" rtl="0" eaLnBrk="1" latinLnBrk="0" hangingPunct="1"/>
            <a:r>
              <a:rPr lang="en-US" kern="1200" err="1">
                <a:effectLst/>
                <a:latin typeface="+mj-lt"/>
                <a:ea typeface="+mj-ea"/>
                <a:cs typeface="+mj-cs"/>
              </a:rPr>
              <a:t>Github</a:t>
            </a:r>
            <a:r>
              <a:rPr lang="en-US" kern="1200">
                <a:effectLst/>
                <a:latin typeface="+mj-lt"/>
                <a:ea typeface="+mj-ea"/>
                <a:cs typeface="+mj-cs"/>
              </a:rPr>
              <a:t>: </a:t>
            </a:r>
            <a:r>
              <a:rPr lang="en-US" kern="1200">
                <a:effectLst/>
                <a:latin typeface="+mj-lt"/>
                <a:ea typeface="+mj-ea"/>
                <a:cs typeface="+mj-cs"/>
                <a:hlinkClick r:id="rId3"/>
              </a:rPr>
              <a:t>https://github.com/dotnet/roslyn</a:t>
            </a:r>
            <a:r>
              <a:rPr lang="en-US" kern="1200">
                <a:effectLst/>
                <a:latin typeface="+mj-lt"/>
                <a:ea typeface="+mj-ea"/>
                <a:cs typeface="+mj-cs"/>
              </a:rPr>
              <a:t> </a:t>
            </a:r>
          </a:p>
          <a:p>
            <a:pPr lvl="0" rtl="0" eaLnBrk="1" latinLnBrk="0" hangingPunct="1"/>
            <a:r>
              <a:rPr lang="en-US" kern="1200">
                <a:effectLst/>
                <a:latin typeface="+mj-lt"/>
                <a:ea typeface="+mj-ea"/>
                <a:cs typeface="+mj-cs"/>
              </a:rPr>
              <a:t>Language feature status:</a:t>
            </a:r>
            <a:br>
              <a:rPr lang="en-US" kern="1200">
                <a:effectLst/>
                <a:latin typeface="+mj-lt"/>
                <a:ea typeface="+mj-ea"/>
                <a:cs typeface="+mj-cs"/>
              </a:rPr>
            </a:br>
            <a:r>
              <a:rPr lang="en-US" kern="1200">
                <a:effectLst/>
                <a:latin typeface="+mj-lt"/>
                <a:ea typeface="+mj-ea"/>
                <a:cs typeface="+mj-cs"/>
                <a:hlinkClick r:id="rId4"/>
              </a:rPr>
              <a:t>https://github.com/dotnet/roslyn/blob/master/docs/Language%20Feature%20Status.md</a:t>
            </a:r>
            <a:r>
              <a:rPr lang="en-US">
                <a:latin typeface="+mj-lt"/>
                <a:ea typeface="+mj-ea"/>
                <a:cs typeface="+mj-cs"/>
              </a:rPr>
              <a:t> </a:t>
            </a:r>
            <a:endParaRPr lang="en-US">
              <a:effectLst/>
            </a:endParaRPr>
          </a:p>
          <a:p>
            <a:pPr lvl="0" rtl="0" eaLnBrk="1" latinLnBrk="0" hangingPunct="1"/>
            <a:r>
              <a:rPr lang="en-US" kern="1200" err="1">
                <a:effectLst/>
                <a:latin typeface="+mj-lt"/>
                <a:ea typeface="+mj-ea"/>
                <a:cs typeface="+mj-cs"/>
              </a:rPr>
              <a:t>CSharpLang</a:t>
            </a:r>
            <a:r>
              <a:rPr lang="en-US" kern="1200">
                <a:effectLst/>
                <a:latin typeface="+mj-lt"/>
                <a:ea typeface="+mj-ea"/>
                <a:cs typeface="+mj-cs"/>
              </a:rPr>
              <a:t> Proposals: </a:t>
            </a:r>
            <a:r>
              <a:rPr lang="en-US" kern="1200">
                <a:effectLst/>
                <a:latin typeface="+mj-lt"/>
                <a:ea typeface="+mj-ea"/>
                <a:cs typeface="+mj-cs"/>
                <a:hlinkClick r:id="rId5"/>
              </a:rPr>
              <a:t>https://github.com/dotnet/csharplang/tree/main/proposals</a:t>
            </a:r>
            <a:r>
              <a:rPr lang="en-US">
                <a:latin typeface="+mj-lt"/>
                <a:ea typeface="+mj-ea"/>
                <a:cs typeface="+mj-cs"/>
              </a:rPr>
              <a:t> </a:t>
            </a:r>
            <a:r>
              <a:rPr lang="en-US" kern="1200">
                <a:effectLst/>
                <a:latin typeface="+mj-lt"/>
                <a:ea typeface="+mj-ea"/>
                <a:cs typeface="+mj-cs"/>
              </a:rPr>
              <a:t> </a:t>
            </a:r>
            <a:endParaRPr lang="en-US">
              <a:effectLst/>
            </a:endParaRPr>
          </a:p>
          <a:p>
            <a:pPr lvl="0" rtl="0" eaLnBrk="1" latinLnBrk="0" hangingPunct="1"/>
            <a:r>
              <a:rPr lang="en-US" kern="1200">
                <a:effectLst/>
                <a:latin typeface="+mj-lt"/>
                <a:ea typeface="+mj-ea"/>
                <a:cs typeface="+mj-cs"/>
              </a:rPr>
              <a:t>Dotnet: </a:t>
            </a:r>
            <a:r>
              <a:rPr lang="en-US" kern="1200">
                <a:effectLst/>
                <a:latin typeface="+mj-lt"/>
                <a:ea typeface="+mj-ea"/>
                <a:cs typeface="+mj-cs"/>
                <a:hlinkClick r:id="rId6"/>
              </a:rPr>
              <a:t>https://github.com/dotnet</a:t>
            </a:r>
            <a:r>
              <a:rPr lang="en-US" kern="1200">
                <a:effectLst/>
                <a:latin typeface="+mj-lt"/>
                <a:ea typeface="+mj-ea"/>
                <a:cs typeface="+mj-cs"/>
              </a:rPr>
              <a:t> </a:t>
            </a:r>
            <a:endParaRPr lang="en-US">
              <a:effectLst/>
            </a:endParaRPr>
          </a:p>
          <a:p>
            <a:pPr lvl="0" rtl="0" eaLnBrk="1" latinLnBrk="0" hangingPunct="1"/>
            <a:r>
              <a:rPr lang="en-US" kern="1200">
                <a:effectLst/>
                <a:latin typeface="+mj-lt"/>
                <a:ea typeface="+mj-ea"/>
                <a:cs typeface="+mj-cs"/>
                <a:hlinkClick r:id="rId7"/>
              </a:rPr>
              <a:t>https://github.com/dotnet/roslyn-sdk</a:t>
            </a:r>
            <a:r>
              <a:rPr lang="en-US" kern="1200">
                <a:effectLst/>
                <a:latin typeface="+mj-lt"/>
                <a:ea typeface="+mj-ea"/>
                <a:cs typeface="+mj-cs"/>
              </a:rPr>
              <a:t> </a:t>
            </a:r>
            <a:endParaRPr lang="en-US">
              <a:effectLst/>
            </a:endParaRPr>
          </a:p>
          <a:p>
            <a:pPr lvl="0" rtl="0" eaLnBrk="1" latinLnBrk="0" hangingPunct="1"/>
            <a:r>
              <a:rPr lang="en-US">
                <a:effectLst/>
                <a:hlinkClick r:id="rId8"/>
              </a:rPr>
              <a:t>https://github.com/jwooley/RoslynLabs</a:t>
            </a:r>
            <a:r>
              <a:rPr lang="en-US">
                <a:effectLst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47998398"/>
      </p:ext>
    </p:extLst>
  </p:cSld>
  <p:clrMapOvr>
    <a:masterClrMapping/>
  </p:clrMapOvr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Visual Studio Live! New York 2015">
  <a:themeElements>
    <a:clrScheme name="Live! 360 2016">
      <a:dk1>
        <a:srgbClr val="000000"/>
      </a:dk1>
      <a:lt1>
        <a:sysClr val="window" lastClr="FFFFFF"/>
      </a:lt1>
      <a:dk2>
        <a:srgbClr val="000000"/>
      </a:dk2>
      <a:lt2>
        <a:srgbClr val="EEECE1"/>
      </a:lt2>
      <a:accent1>
        <a:srgbClr val="000000"/>
      </a:accent1>
      <a:accent2>
        <a:srgbClr val="00B0F0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0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Visual Studio Live! Redmond 2014 1">
        <a:dk1>
          <a:srgbClr val="303030"/>
        </a:dk1>
        <a:lt1>
          <a:srgbClr val="FFFFFF"/>
        </a:lt1>
        <a:dk2>
          <a:srgbClr val="000000"/>
        </a:dk2>
        <a:lt2>
          <a:srgbClr val="DEDEE0"/>
        </a:lt2>
        <a:accent1>
          <a:srgbClr val="AD0101"/>
        </a:accent1>
        <a:accent2>
          <a:srgbClr val="726056"/>
        </a:accent2>
        <a:accent3>
          <a:srgbClr val="AAAAAA"/>
        </a:accent3>
        <a:accent4>
          <a:srgbClr val="DADADA"/>
        </a:accent4>
        <a:accent5>
          <a:srgbClr val="D3AAAA"/>
        </a:accent5>
        <a:accent6>
          <a:srgbClr val="67564D"/>
        </a:accent6>
        <a:hlink>
          <a:srgbClr val="D26900"/>
        </a:hlink>
        <a:folHlink>
          <a:srgbClr val="D8924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isual Studio Live! Redmond 2014 2">
        <a:dk1>
          <a:srgbClr val="000000"/>
        </a:dk1>
        <a:lt1>
          <a:srgbClr val="FFFFFE"/>
        </a:lt1>
        <a:dk2>
          <a:srgbClr val="007397"/>
        </a:dk2>
        <a:lt2>
          <a:srgbClr val="636463"/>
        </a:lt2>
        <a:accent1>
          <a:srgbClr val="A01420"/>
        </a:accent1>
        <a:accent2>
          <a:srgbClr val="726056"/>
        </a:accent2>
        <a:accent3>
          <a:srgbClr val="FFFFFE"/>
        </a:accent3>
        <a:accent4>
          <a:srgbClr val="000000"/>
        </a:accent4>
        <a:accent5>
          <a:srgbClr val="CDAAAB"/>
        </a:accent5>
        <a:accent6>
          <a:srgbClr val="67564D"/>
        </a:accent6>
        <a:hlink>
          <a:srgbClr val="007397"/>
        </a:hlink>
        <a:folHlink>
          <a:srgbClr val="162F4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ive! 360 2018">
  <a:themeElements>
    <a:clrScheme name="Live! 360 2016">
      <a:dk1>
        <a:srgbClr val="000000"/>
      </a:dk1>
      <a:lt1>
        <a:sysClr val="window" lastClr="FFFFFF"/>
      </a:lt1>
      <a:dk2>
        <a:srgbClr val="000000"/>
      </a:dk2>
      <a:lt2>
        <a:srgbClr val="EEECE1"/>
      </a:lt2>
      <a:accent1>
        <a:srgbClr val="000000"/>
      </a:accent1>
      <a:accent2>
        <a:srgbClr val="00B0F0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0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Visual Studio Live! Redmond 2014 1">
        <a:dk1>
          <a:srgbClr val="303030"/>
        </a:dk1>
        <a:lt1>
          <a:srgbClr val="FFFFFF"/>
        </a:lt1>
        <a:dk2>
          <a:srgbClr val="000000"/>
        </a:dk2>
        <a:lt2>
          <a:srgbClr val="DEDEE0"/>
        </a:lt2>
        <a:accent1>
          <a:srgbClr val="AD0101"/>
        </a:accent1>
        <a:accent2>
          <a:srgbClr val="726056"/>
        </a:accent2>
        <a:accent3>
          <a:srgbClr val="AAAAAA"/>
        </a:accent3>
        <a:accent4>
          <a:srgbClr val="DADADA"/>
        </a:accent4>
        <a:accent5>
          <a:srgbClr val="D3AAAA"/>
        </a:accent5>
        <a:accent6>
          <a:srgbClr val="67564D"/>
        </a:accent6>
        <a:hlink>
          <a:srgbClr val="D26900"/>
        </a:hlink>
        <a:folHlink>
          <a:srgbClr val="D8924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isual Studio Live! Redmond 2014 2">
        <a:dk1>
          <a:srgbClr val="000000"/>
        </a:dk1>
        <a:lt1>
          <a:srgbClr val="FFFFFE"/>
        </a:lt1>
        <a:dk2>
          <a:srgbClr val="007397"/>
        </a:dk2>
        <a:lt2>
          <a:srgbClr val="636463"/>
        </a:lt2>
        <a:accent1>
          <a:srgbClr val="A01420"/>
        </a:accent1>
        <a:accent2>
          <a:srgbClr val="726056"/>
        </a:accent2>
        <a:accent3>
          <a:srgbClr val="FFFFFE"/>
        </a:accent3>
        <a:accent4>
          <a:srgbClr val="000000"/>
        </a:accent4>
        <a:accent5>
          <a:srgbClr val="CDAAAB"/>
        </a:accent5>
        <a:accent6>
          <a:srgbClr val="67564D"/>
        </a:accent6>
        <a:hlink>
          <a:srgbClr val="007397"/>
        </a:hlink>
        <a:folHlink>
          <a:srgbClr val="162F4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4548</TotalTime>
  <Words>1308</Words>
  <Application>Microsoft Office PowerPoint</Application>
  <PresentationFormat>On-screen Show (16:9)</PresentationFormat>
  <Paragraphs>230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23</vt:i4>
      </vt:variant>
    </vt:vector>
  </HeadingPairs>
  <TitlesOfParts>
    <vt:vector size="37" baseType="lpstr">
      <vt:lpstr>ＭＳ Ｐゴシック</vt:lpstr>
      <vt:lpstr>-apple-system</vt:lpstr>
      <vt:lpstr>Arial</vt:lpstr>
      <vt:lpstr>Arial Bold</vt:lpstr>
      <vt:lpstr>Calibri</vt:lpstr>
      <vt:lpstr>Cascadia Mono</vt:lpstr>
      <vt:lpstr>Century Gothic</vt:lpstr>
      <vt:lpstr>Consolas</vt:lpstr>
      <vt:lpstr>SFMono-Regular</vt:lpstr>
      <vt:lpstr>Times New Roman</vt:lpstr>
      <vt:lpstr>Wingdings 3</vt:lpstr>
      <vt:lpstr>Visual Studio Live! New York 2015</vt:lpstr>
      <vt:lpstr>Live! 360 2018</vt:lpstr>
      <vt:lpstr>Ion</vt:lpstr>
      <vt:lpstr>PowerPoint Presentation</vt:lpstr>
      <vt:lpstr>Metaprogramming Writing code that can generate, modify, or analyze other code. Instead of just solving problems directly, metaprograms operate on code itself—like a program that writes programs. </vt:lpstr>
      <vt:lpstr>Metaprogramming in C# </vt:lpstr>
      <vt:lpstr>C# Source Generators:  Compile-Time Metaprogramming </vt:lpstr>
      <vt:lpstr>Ahead of time compilation (AOT)</vt:lpstr>
      <vt:lpstr>Source Generators vs GenAI</vt:lpstr>
      <vt:lpstr>LoggerMessage - .NET 6</vt:lpstr>
      <vt:lpstr>GeneratedRegex - .NET 7</vt:lpstr>
      <vt:lpstr>System.Text.Json - .NET 8</vt:lpstr>
      <vt:lpstr>Blazor form validation - .Net 10</vt:lpstr>
      <vt:lpstr>Third Party Source Generators</vt:lpstr>
      <vt:lpstr>Demo</vt:lpstr>
      <vt:lpstr>Source Generator Design principals</vt:lpstr>
      <vt:lpstr>Building source generators</vt:lpstr>
      <vt:lpstr>What is Roslyn?</vt:lpstr>
      <vt:lpstr>Opening up the compiler</vt:lpstr>
      <vt:lpstr>Undestanding Syntax</vt:lpstr>
      <vt:lpstr>Demo</vt:lpstr>
      <vt:lpstr>Meta programming</vt:lpstr>
      <vt:lpstr>Runtime Performance Mapping</vt:lpstr>
      <vt:lpstr>Runtime Performance Mocking</vt:lpstr>
      <vt:lpstr>Source Generators</vt:lpstr>
      <vt:lpstr>Roslyn Resources</vt:lpstr>
    </vt:vector>
  </TitlesOfParts>
  <Company>1105 Media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Brent Sutton</dc:creator>
  <cp:lastModifiedBy>Jim Wooley</cp:lastModifiedBy>
  <cp:revision>150</cp:revision>
  <dcterms:created xsi:type="dcterms:W3CDTF">2012-12-07T00:48:42Z</dcterms:created>
  <dcterms:modified xsi:type="dcterms:W3CDTF">2026-04-05T19:59:32Z</dcterms:modified>
</cp:coreProperties>
</file>